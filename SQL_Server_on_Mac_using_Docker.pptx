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45"/>
    <p:restoredTop sz="94645"/>
  </p:normalViewPr>
  <p:slideViewPr>
    <p:cSldViewPr snapToGrid="0" snapToObjects="1">
      <p:cViewPr varScale="1">
        <p:scale>
          <a:sx n="113" d="100"/>
          <a:sy n="113" d="100"/>
        </p:scale>
        <p:origin x="152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21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sv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Relationship Id="rId14" Type="http://schemas.openxmlformats.org/officeDocument/2006/relationships/image" Target="../media/image22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21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sv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Relationship Id="rId14" Type="http://schemas.openxmlformats.org/officeDocument/2006/relationships/image" Target="../media/image2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C951D41-60E4-4621-872C-CFF31158A80D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B36DFBD-41D3-48BB-B7B3-975F65104D9A}">
      <dgm:prSet/>
      <dgm:spPr/>
      <dgm:t>
        <a:bodyPr/>
        <a:lstStyle/>
        <a:p>
          <a:r>
            <a:rPr lang="en-US"/>
            <a:t>Download Docker Desktop for Mac:</a:t>
          </a:r>
        </a:p>
      </dgm:t>
    </dgm:pt>
    <dgm:pt modelId="{896E685D-E068-4D94-9A56-3AB89E3E676C}" type="parTrans" cxnId="{5DC8CD51-F52B-495B-879A-51E0257A4A02}">
      <dgm:prSet/>
      <dgm:spPr/>
      <dgm:t>
        <a:bodyPr/>
        <a:lstStyle/>
        <a:p>
          <a:endParaRPr lang="en-US"/>
        </a:p>
      </dgm:t>
    </dgm:pt>
    <dgm:pt modelId="{7403A8D0-7235-41F2-97AD-ABBD0DE02E22}" type="sibTrans" cxnId="{5DC8CD51-F52B-495B-879A-51E0257A4A02}">
      <dgm:prSet/>
      <dgm:spPr/>
      <dgm:t>
        <a:bodyPr/>
        <a:lstStyle/>
        <a:p>
          <a:endParaRPr lang="en-US"/>
        </a:p>
      </dgm:t>
    </dgm:pt>
    <dgm:pt modelId="{AA798423-F264-4CA8-9942-3B03F9BFD810}">
      <dgm:prSet/>
      <dgm:spPr/>
      <dgm:t>
        <a:bodyPr/>
        <a:lstStyle/>
        <a:p>
          <a:r>
            <a:rPr lang="en-GB" dirty="0"/>
            <a:t>https://</a:t>
          </a:r>
          <a:r>
            <a:rPr lang="en-GB" dirty="0" err="1"/>
            <a:t>docs.docker.com</a:t>
          </a:r>
          <a:r>
            <a:rPr lang="en-GB" dirty="0"/>
            <a:t>/desktop/setup/install/mac-install/</a:t>
          </a:r>
          <a:endParaRPr lang="en-US" dirty="0"/>
        </a:p>
      </dgm:t>
    </dgm:pt>
    <dgm:pt modelId="{0F9A806F-611E-402D-8FAE-A602DB9E3DDD}" type="parTrans" cxnId="{5FEA28D7-94A6-4CCD-9974-1A188AFA65F0}">
      <dgm:prSet/>
      <dgm:spPr/>
      <dgm:t>
        <a:bodyPr/>
        <a:lstStyle/>
        <a:p>
          <a:endParaRPr lang="en-US"/>
        </a:p>
      </dgm:t>
    </dgm:pt>
    <dgm:pt modelId="{0334158C-441E-47BD-981F-8ECEC690B8CA}" type="sibTrans" cxnId="{5FEA28D7-94A6-4CCD-9974-1A188AFA65F0}">
      <dgm:prSet/>
      <dgm:spPr/>
      <dgm:t>
        <a:bodyPr/>
        <a:lstStyle/>
        <a:p>
          <a:endParaRPr lang="en-US"/>
        </a:p>
      </dgm:t>
    </dgm:pt>
    <dgm:pt modelId="{5A6DDC18-195D-445D-B45D-23EA2EA39677}">
      <dgm:prSet/>
      <dgm:spPr/>
      <dgm:t>
        <a:bodyPr/>
        <a:lstStyle/>
        <a:p>
          <a:r>
            <a:rPr lang="en-US"/>
            <a:t>• Install and start Docker Desktop</a:t>
          </a:r>
        </a:p>
      </dgm:t>
    </dgm:pt>
    <dgm:pt modelId="{C68146C2-B5A9-4CA9-B2ED-405362DC791F}" type="parTrans" cxnId="{7A25A5EF-23E5-46A7-BB13-77526D40F72E}">
      <dgm:prSet/>
      <dgm:spPr/>
      <dgm:t>
        <a:bodyPr/>
        <a:lstStyle/>
        <a:p>
          <a:endParaRPr lang="en-US"/>
        </a:p>
      </dgm:t>
    </dgm:pt>
    <dgm:pt modelId="{BCF669E0-EB91-439C-9B8F-473B2D24EF2E}" type="sibTrans" cxnId="{7A25A5EF-23E5-46A7-BB13-77526D40F72E}">
      <dgm:prSet/>
      <dgm:spPr/>
      <dgm:t>
        <a:bodyPr/>
        <a:lstStyle/>
        <a:p>
          <a:endParaRPr lang="en-US"/>
        </a:p>
      </dgm:t>
    </dgm:pt>
    <dgm:pt modelId="{8E73E746-2AB7-4C26-AECC-789B184FA6E1}">
      <dgm:prSet/>
      <dgm:spPr/>
      <dgm:t>
        <a:bodyPr/>
        <a:lstStyle/>
        <a:p>
          <a:r>
            <a:rPr lang="en-US"/>
            <a:t>• Verify Docker is running before proceeding</a:t>
          </a:r>
        </a:p>
      </dgm:t>
    </dgm:pt>
    <dgm:pt modelId="{18F25B14-C081-49F0-AE28-B512CF359872}" type="parTrans" cxnId="{B3879E96-5028-4286-B441-DA821EE3EB04}">
      <dgm:prSet/>
      <dgm:spPr/>
      <dgm:t>
        <a:bodyPr/>
        <a:lstStyle/>
        <a:p>
          <a:endParaRPr lang="en-US"/>
        </a:p>
      </dgm:t>
    </dgm:pt>
    <dgm:pt modelId="{876F91EA-F19D-4D1E-8826-14DFF0FC1980}" type="sibTrans" cxnId="{B3879E96-5028-4286-B441-DA821EE3EB04}">
      <dgm:prSet/>
      <dgm:spPr/>
      <dgm:t>
        <a:bodyPr/>
        <a:lstStyle/>
        <a:p>
          <a:endParaRPr lang="en-US"/>
        </a:p>
      </dgm:t>
    </dgm:pt>
    <dgm:pt modelId="{51731B0D-8D0C-6C40-A91B-33583A014557}" type="pres">
      <dgm:prSet presAssocID="{7C951D41-60E4-4621-872C-CFF31158A80D}" presName="outerComposite" presStyleCnt="0">
        <dgm:presLayoutVars>
          <dgm:chMax val="5"/>
          <dgm:dir/>
          <dgm:resizeHandles val="exact"/>
        </dgm:presLayoutVars>
      </dgm:prSet>
      <dgm:spPr/>
    </dgm:pt>
    <dgm:pt modelId="{F7890188-8A49-D74E-82D4-19F915AB214E}" type="pres">
      <dgm:prSet presAssocID="{7C951D41-60E4-4621-872C-CFF31158A80D}" presName="dummyMaxCanvas" presStyleCnt="0">
        <dgm:presLayoutVars/>
      </dgm:prSet>
      <dgm:spPr/>
    </dgm:pt>
    <dgm:pt modelId="{872945B4-6EC1-334F-B389-8EAA0EF0703F}" type="pres">
      <dgm:prSet presAssocID="{7C951D41-60E4-4621-872C-CFF31158A80D}" presName="FourNodes_1" presStyleLbl="node1" presStyleIdx="0" presStyleCnt="4" custLinFactNeighborX="3850" custLinFactNeighborY="3302">
        <dgm:presLayoutVars>
          <dgm:bulletEnabled val="1"/>
        </dgm:presLayoutVars>
      </dgm:prSet>
      <dgm:spPr/>
    </dgm:pt>
    <dgm:pt modelId="{9F88DA21-DAC0-514F-BF33-3D5882755B30}" type="pres">
      <dgm:prSet presAssocID="{7C951D41-60E4-4621-872C-CFF31158A80D}" presName="FourNodes_2" presStyleLbl="node1" presStyleIdx="1" presStyleCnt="4" custLinFactNeighborX="1204" custLinFactNeighborY="-2551">
        <dgm:presLayoutVars>
          <dgm:bulletEnabled val="1"/>
        </dgm:presLayoutVars>
      </dgm:prSet>
      <dgm:spPr/>
    </dgm:pt>
    <dgm:pt modelId="{FD3DB533-951E-E347-9282-0D8AA0429178}" type="pres">
      <dgm:prSet presAssocID="{7C951D41-60E4-4621-872C-CFF31158A80D}" presName="FourNodes_3" presStyleLbl="node1" presStyleIdx="2" presStyleCnt="4" custLinFactNeighborX="3241" custLinFactNeighborY="-4953">
        <dgm:presLayoutVars>
          <dgm:bulletEnabled val="1"/>
        </dgm:presLayoutVars>
      </dgm:prSet>
      <dgm:spPr/>
    </dgm:pt>
    <dgm:pt modelId="{7E3C6539-57FF-844C-B8F9-06122EACF268}" type="pres">
      <dgm:prSet presAssocID="{7C951D41-60E4-4621-872C-CFF31158A80D}" presName="FourNodes_4" presStyleLbl="node1" presStyleIdx="3" presStyleCnt="4">
        <dgm:presLayoutVars>
          <dgm:bulletEnabled val="1"/>
        </dgm:presLayoutVars>
      </dgm:prSet>
      <dgm:spPr/>
    </dgm:pt>
    <dgm:pt modelId="{14C71819-49AE-0F49-B931-90E72B773307}" type="pres">
      <dgm:prSet presAssocID="{7C951D41-60E4-4621-872C-CFF31158A80D}" presName="FourConn_1-2" presStyleLbl="fgAccFollowNode1" presStyleIdx="0" presStyleCnt="3">
        <dgm:presLayoutVars>
          <dgm:bulletEnabled val="1"/>
        </dgm:presLayoutVars>
      </dgm:prSet>
      <dgm:spPr/>
    </dgm:pt>
    <dgm:pt modelId="{C03DADA2-DD5E-C345-96A7-242316CD03AD}" type="pres">
      <dgm:prSet presAssocID="{7C951D41-60E4-4621-872C-CFF31158A80D}" presName="FourConn_2-3" presStyleLbl="fgAccFollowNode1" presStyleIdx="1" presStyleCnt="3">
        <dgm:presLayoutVars>
          <dgm:bulletEnabled val="1"/>
        </dgm:presLayoutVars>
      </dgm:prSet>
      <dgm:spPr/>
    </dgm:pt>
    <dgm:pt modelId="{2CE14BDB-599D-1E41-8F03-3EF677730F51}" type="pres">
      <dgm:prSet presAssocID="{7C951D41-60E4-4621-872C-CFF31158A80D}" presName="FourConn_3-4" presStyleLbl="fgAccFollowNode1" presStyleIdx="2" presStyleCnt="3">
        <dgm:presLayoutVars>
          <dgm:bulletEnabled val="1"/>
        </dgm:presLayoutVars>
      </dgm:prSet>
      <dgm:spPr/>
    </dgm:pt>
    <dgm:pt modelId="{6F3F061F-F2DC-3F4F-97BA-06C9AD6C886D}" type="pres">
      <dgm:prSet presAssocID="{7C951D41-60E4-4621-872C-CFF31158A80D}" presName="FourNodes_1_text" presStyleLbl="node1" presStyleIdx="3" presStyleCnt="4">
        <dgm:presLayoutVars>
          <dgm:bulletEnabled val="1"/>
        </dgm:presLayoutVars>
      </dgm:prSet>
      <dgm:spPr/>
    </dgm:pt>
    <dgm:pt modelId="{108C2A98-C813-5244-82ED-054CDBDE5FD9}" type="pres">
      <dgm:prSet presAssocID="{7C951D41-60E4-4621-872C-CFF31158A80D}" presName="FourNodes_2_text" presStyleLbl="node1" presStyleIdx="3" presStyleCnt="4">
        <dgm:presLayoutVars>
          <dgm:bulletEnabled val="1"/>
        </dgm:presLayoutVars>
      </dgm:prSet>
      <dgm:spPr/>
    </dgm:pt>
    <dgm:pt modelId="{B292E1FB-AE2B-5C4C-A1B3-71153E902712}" type="pres">
      <dgm:prSet presAssocID="{7C951D41-60E4-4621-872C-CFF31158A80D}" presName="FourNodes_3_text" presStyleLbl="node1" presStyleIdx="3" presStyleCnt="4">
        <dgm:presLayoutVars>
          <dgm:bulletEnabled val="1"/>
        </dgm:presLayoutVars>
      </dgm:prSet>
      <dgm:spPr/>
    </dgm:pt>
    <dgm:pt modelId="{7D3E0266-7E57-B049-A24E-7FB9C12C02D0}" type="pres">
      <dgm:prSet presAssocID="{7C951D41-60E4-4621-872C-CFF31158A80D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57D62D2C-B268-B74E-8D09-8567EC61A12D}" type="presOf" srcId="{8E73E746-2AB7-4C26-AECC-789B184FA6E1}" destId="{7E3C6539-57FF-844C-B8F9-06122EACF268}" srcOrd="0" destOrd="0" presId="urn:microsoft.com/office/officeart/2005/8/layout/vProcess5"/>
    <dgm:cxn modelId="{74A9D63E-824B-664F-9895-9F225C3E1FA1}" type="presOf" srcId="{8E73E746-2AB7-4C26-AECC-789B184FA6E1}" destId="{7D3E0266-7E57-B049-A24E-7FB9C12C02D0}" srcOrd="1" destOrd="0" presId="urn:microsoft.com/office/officeart/2005/8/layout/vProcess5"/>
    <dgm:cxn modelId="{5DC8CD51-F52B-495B-879A-51E0257A4A02}" srcId="{7C951D41-60E4-4621-872C-CFF31158A80D}" destId="{8B36DFBD-41D3-48BB-B7B3-975F65104D9A}" srcOrd="0" destOrd="0" parTransId="{896E685D-E068-4D94-9A56-3AB89E3E676C}" sibTransId="{7403A8D0-7235-41F2-97AD-ABBD0DE02E22}"/>
    <dgm:cxn modelId="{E732C952-897E-9D48-8B4E-A17D28E5B3E5}" type="presOf" srcId="{0334158C-441E-47BD-981F-8ECEC690B8CA}" destId="{C03DADA2-DD5E-C345-96A7-242316CD03AD}" srcOrd="0" destOrd="0" presId="urn:microsoft.com/office/officeart/2005/8/layout/vProcess5"/>
    <dgm:cxn modelId="{7496F054-201C-814E-805B-86040EB88C79}" type="presOf" srcId="{5A6DDC18-195D-445D-B45D-23EA2EA39677}" destId="{FD3DB533-951E-E347-9282-0D8AA0429178}" srcOrd="0" destOrd="0" presId="urn:microsoft.com/office/officeart/2005/8/layout/vProcess5"/>
    <dgm:cxn modelId="{79F8A66A-7E6B-7E41-A106-DB47A940D25F}" type="presOf" srcId="{8B36DFBD-41D3-48BB-B7B3-975F65104D9A}" destId="{872945B4-6EC1-334F-B389-8EAA0EF0703F}" srcOrd="0" destOrd="0" presId="urn:microsoft.com/office/officeart/2005/8/layout/vProcess5"/>
    <dgm:cxn modelId="{FEC87C71-DA8B-1642-A885-144A3DD71D36}" type="presOf" srcId="{BCF669E0-EB91-439C-9B8F-473B2D24EF2E}" destId="{2CE14BDB-599D-1E41-8F03-3EF677730F51}" srcOrd="0" destOrd="0" presId="urn:microsoft.com/office/officeart/2005/8/layout/vProcess5"/>
    <dgm:cxn modelId="{13692489-30BA-AF46-9D8A-B698A3088A83}" type="presOf" srcId="{7403A8D0-7235-41F2-97AD-ABBD0DE02E22}" destId="{14C71819-49AE-0F49-B931-90E72B773307}" srcOrd="0" destOrd="0" presId="urn:microsoft.com/office/officeart/2005/8/layout/vProcess5"/>
    <dgm:cxn modelId="{B3879E96-5028-4286-B441-DA821EE3EB04}" srcId="{7C951D41-60E4-4621-872C-CFF31158A80D}" destId="{8E73E746-2AB7-4C26-AECC-789B184FA6E1}" srcOrd="3" destOrd="0" parTransId="{18F25B14-C081-49F0-AE28-B512CF359872}" sibTransId="{876F91EA-F19D-4D1E-8826-14DFF0FC1980}"/>
    <dgm:cxn modelId="{413517A0-7783-0244-81DB-0F7680D598CA}" type="presOf" srcId="{5A6DDC18-195D-445D-B45D-23EA2EA39677}" destId="{B292E1FB-AE2B-5C4C-A1B3-71153E902712}" srcOrd="1" destOrd="0" presId="urn:microsoft.com/office/officeart/2005/8/layout/vProcess5"/>
    <dgm:cxn modelId="{6BDD9FB7-7FA2-8B41-848A-EDE9E1E79513}" type="presOf" srcId="{8B36DFBD-41D3-48BB-B7B3-975F65104D9A}" destId="{6F3F061F-F2DC-3F4F-97BA-06C9AD6C886D}" srcOrd="1" destOrd="0" presId="urn:microsoft.com/office/officeart/2005/8/layout/vProcess5"/>
    <dgm:cxn modelId="{A71086CF-FB21-EE42-B0A4-8ED4EB7BCB64}" type="presOf" srcId="{AA798423-F264-4CA8-9942-3B03F9BFD810}" destId="{9F88DA21-DAC0-514F-BF33-3D5882755B30}" srcOrd="0" destOrd="0" presId="urn:microsoft.com/office/officeart/2005/8/layout/vProcess5"/>
    <dgm:cxn modelId="{5FEA28D7-94A6-4CCD-9974-1A188AFA65F0}" srcId="{7C951D41-60E4-4621-872C-CFF31158A80D}" destId="{AA798423-F264-4CA8-9942-3B03F9BFD810}" srcOrd="1" destOrd="0" parTransId="{0F9A806F-611E-402D-8FAE-A602DB9E3DDD}" sibTransId="{0334158C-441E-47BD-981F-8ECEC690B8CA}"/>
    <dgm:cxn modelId="{52432DDC-851A-1045-BECE-C949DBC25C11}" type="presOf" srcId="{7C951D41-60E4-4621-872C-CFF31158A80D}" destId="{51731B0D-8D0C-6C40-A91B-33583A014557}" srcOrd="0" destOrd="0" presId="urn:microsoft.com/office/officeart/2005/8/layout/vProcess5"/>
    <dgm:cxn modelId="{F44260ED-B9F5-C447-9A84-1A21201CAF54}" type="presOf" srcId="{AA798423-F264-4CA8-9942-3B03F9BFD810}" destId="{108C2A98-C813-5244-82ED-054CDBDE5FD9}" srcOrd="1" destOrd="0" presId="urn:microsoft.com/office/officeart/2005/8/layout/vProcess5"/>
    <dgm:cxn modelId="{7A25A5EF-23E5-46A7-BB13-77526D40F72E}" srcId="{7C951D41-60E4-4621-872C-CFF31158A80D}" destId="{5A6DDC18-195D-445D-B45D-23EA2EA39677}" srcOrd="2" destOrd="0" parTransId="{C68146C2-B5A9-4CA9-B2ED-405362DC791F}" sibTransId="{BCF669E0-EB91-439C-9B8F-473B2D24EF2E}"/>
    <dgm:cxn modelId="{7675DCE7-8755-F740-8269-CA3584C02EC3}" type="presParOf" srcId="{51731B0D-8D0C-6C40-A91B-33583A014557}" destId="{F7890188-8A49-D74E-82D4-19F915AB214E}" srcOrd="0" destOrd="0" presId="urn:microsoft.com/office/officeart/2005/8/layout/vProcess5"/>
    <dgm:cxn modelId="{701CECA3-3078-6D4E-9A36-0B841654732E}" type="presParOf" srcId="{51731B0D-8D0C-6C40-A91B-33583A014557}" destId="{872945B4-6EC1-334F-B389-8EAA0EF0703F}" srcOrd="1" destOrd="0" presId="urn:microsoft.com/office/officeart/2005/8/layout/vProcess5"/>
    <dgm:cxn modelId="{164F68A1-0287-9340-85D6-D1A8A6CA8B76}" type="presParOf" srcId="{51731B0D-8D0C-6C40-A91B-33583A014557}" destId="{9F88DA21-DAC0-514F-BF33-3D5882755B30}" srcOrd="2" destOrd="0" presId="urn:microsoft.com/office/officeart/2005/8/layout/vProcess5"/>
    <dgm:cxn modelId="{2DE14CC2-7C3E-4048-A825-003FAECB8CDC}" type="presParOf" srcId="{51731B0D-8D0C-6C40-A91B-33583A014557}" destId="{FD3DB533-951E-E347-9282-0D8AA0429178}" srcOrd="3" destOrd="0" presId="urn:microsoft.com/office/officeart/2005/8/layout/vProcess5"/>
    <dgm:cxn modelId="{F36B7BB3-6073-4942-AA8E-5F76EB428F60}" type="presParOf" srcId="{51731B0D-8D0C-6C40-A91B-33583A014557}" destId="{7E3C6539-57FF-844C-B8F9-06122EACF268}" srcOrd="4" destOrd="0" presId="urn:microsoft.com/office/officeart/2005/8/layout/vProcess5"/>
    <dgm:cxn modelId="{FF56209C-752D-D442-B948-B9F9A16556FD}" type="presParOf" srcId="{51731B0D-8D0C-6C40-A91B-33583A014557}" destId="{14C71819-49AE-0F49-B931-90E72B773307}" srcOrd="5" destOrd="0" presId="urn:microsoft.com/office/officeart/2005/8/layout/vProcess5"/>
    <dgm:cxn modelId="{CD775810-A7FD-484B-A667-89E0C38590BC}" type="presParOf" srcId="{51731B0D-8D0C-6C40-A91B-33583A014557}" destId="{C03DADA2-DD5E-C345-96A7-242316CD03AD}" srcOrd="6" destOrd="0" presId="urn:microsoft.com/office/officeart/2005/8/layout/vProcess5"/>
    <dgm:cxn modelId="{0DDA4537-B73B-FD42-8B37-2BA6E5C3B30E}" type="presParOf" srcId="{51731B0D-8D0C-6C40-A91B-33583A014557}" destId="{2CE14BDB-599D-1E41-8F03-3EF677730F51}" srcOrd="7" destOrd="0" presId="urn:microsoft.com/office/officeart/2005/8/layout/vProcess5"/>
    <dgm:cxn modelId="{97822C22-73C4-8344-89AD-25F1063C8C54}" type="presParOf" srcId="{51731B0D-8D0C-6C40-A91B-33583A014557}" destId="{6F3F061F-F2DC-3F4F-97BA-06C9AD6C886D}" srcOrd="8" destOrd="0" presId="urn:microsoft.com/office/officeart/2005/8/layout/vProcess5"/>
    <dgm:cxn modelId="{3AE7E59B-B457-F446-B632-C17251B888BF}" type="presParOf" srcId="{51731B0D-8D0C-6C40-A91B-33583A014557}" destId="{108C2A98-C813-5244-82ED-054CDBDE5FD9}" srcOrd="9" destOrd="0" presId="urn:microsoft.com/office/officeart/2005/8/layout/vProcess5"/>
    <dgm:cxn modelId="{680E193D-0966-784E-BCC4-F1DA0E286A76}" type="presParOf" srcId="{51731B0D-8D0C-6C40-A91B-33583A014557}" destId="{B292E1FB-AE2B-5C4C-A1B3-71153E902712}" srcOrd="10" destOrd="0" presId="urn:microsoft.com/office/officeart/2005/8/layout/vProcess5"/>
    <dgm:cxn modelId="{4F0FCD7A-542D-0F4B-AD80-7D6D1B46CACF}" type="presParOf" srcId="{51731B0D-8D0C-6C40-A91B-33583A014557}" destId="{7D3E0266-7E57-B049-A24E-7FB9C12C02D0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46EC444-15A3-43B7-83A7-07EE45A5E52B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0561D177-9B98-4FF9-840D-06E750E4391A}">
      <dgm:prSet/>
      <dgm:spPr/>
      <dgm:t>
        <a:bodyPr/>
        <a:lstStyle/>
        <a:p>
          <a:r>
            <a:rPr lang="en-US"/>
            <a:t>Open Terminal and run:</a:t>
          </a:r>
        </a:p>
      </dgm:t>
    </dgm:pt>
    <dgm:pt modelId="{20745F68-7612-4245-98AD-E01AED250B63}" type="parTrans" cxnId="{954AB44D-D1AC-49A7-ABA2-F3F58B531321}">
      <dgm:prSet/>
      <dgm:spPr/>
      <dgm:t>
        <a:bodyPr/>
        <a:lstStyle/>
        <a:p>
          <a:endParaRPr lang="en-US"/>
        </a:p>
      </dgm:t>
    </dgm:pt>
    <dgm:pt modelId="{7591777B-609A-40F9-925E-4EADAF1ED943}" type="sibTrans" cxnId="{954AB44D-D1AC-49A7-ABA2-F3F58B531321}">
      <dgm:prSet/>
      <dgm:spPr/>
      <dgm:t>
        <a:bodyPr/>
        <a:lstStyle/>
        <a:p>
          <a:endParaRPr lang="en-US"/>
        </a:p>
      </dgm:t>
    </dgm:pt>
    <dgm:pt modelId="{9DD8E9BC-6B6B-4012-970D-C637CD1184FF}">
      <dgm:prSet/>
      <dgm:spPr/>
      <dgm:t>
        <a:bodyPr/>
        <a:lstStyle/>
        <a:p>
          <a:r>
            <a:rPr lang="en-US"/>
            <a:t>Cmd-1:</a:t>
          </a:r>
        </a:p>
      </dgm:t>
    </dgm:pt>
    <dgm:pt modelId="{61E3411B-EAE2-4CBC-882B-769F814742D9}" type="parTrans" cxnId="{F1E2C7BF-7897-4FAD-BDFE-F5F5BA8B66AD}">
      <dgm:prSet/>
      <dgm:spPr/>
      <dgm:t>
        <a:bodyPr/>
        <a:lstStyle/>
        <a:p>
          <a:endParaRPr lang="en-US"/>
        </a:p>
      </dgm:t>
    </dgm:pt>
    <dgm:pt modelId="{6D9AB68D-9156-42C3-A579-11747AC561D8}" type="sibTrans" cxnId="{F1E2C7BF-7897-4FAD-BDFE-F5F5BA8B66AD}">
      <dgm:prSet/>
      <dgm:spPr/>
      <dgm:t>
        <a:bodyPr/>
        <a:lstStyle/>
        <a:p>
          <a:endParaRPr lang="en-US"/>
        </a:p>
      </dgm:t>
    </dgm:pt>
    <dgm:pt modelId="{76654C3B-FAA7-4BB0-8211-968735340C5E}">
      <dgm:prSet/>
      <dgm:spPr/>
      <dgm:t>
        <a:bodyPr/>
        <a:lstStyle/>
        <a:p>
          <a:r>
            <a:rPr lang="en-US" dirty="0" err="1"/>
            <a:t>sudo</a:t>
          </a:r>
          <a:r>
            <a:rPr lang="en-US" dirty="0"/>
            <a:t> docker pull </a:t>
          </a:r>
          <a:r>
            <a:rPr lang="en-US" dirty="0" err="1"/>
            <a:t>mcr.microsoft.com</a:t>
          </a:r>
          <a:r>
            <a:rPr lang="en-US" dirty="0"/>
            <a:t>/</a:t>
          </a:r>
          <a:r>
            <a:rPr lang="en-US" dirty="0" err="1"/>
            <a:t>mssql</a:t>
          </a:r>
          <a:r>
            <a:rPr lang="en-US" dirty="0"/>
            <a:t>/server:2022-latest</a:t>
          </a:r>
        </a:p>
      </dgm:t>
    </dgm:pt>
    <dgm:pt modelId="{C8EBF4E5-FF1A-4D04-9E34-99AAC9020E35}" type="parTrans" cxnId="{B655F2D2-883A-4121-B8DC-09174A3FA71C}">
      <dgm:prSet/>
      <dgm:spPr/>
      <dgm:t>
        <a:bodyPr/>
        <a:lstStyle/>
        <a:p>
          <a:endParaRPr lang="en-US"/>
        </a:p>
      </dgm:t>
    </dgm:pt>
    <dgm:pt modelId="{82E0FADC-6AFA-4638-902A-5AE1DFBA1E85}" type="sibTrans" cxnId="{B655F2D2-883A-4121-B8DC-09174A3FA71C}">
      <dgm:prSet/>
      <dgm:spPr/>
      <dgm:t>
        <a:bodyPr/>
        <a:lstStyle/>
        <a:p>
          <a:endParaRPr lang="en-US"/>
        </a:p>
      </dgm:t>
    </dgm:pt>
    <dgm:pt modelId="{09B15C5E-4F4B-E640-B700-617AA6A97D26}" type="pres">
      <dgm:prSet presAssocID="{C46EC444-15A3-43B7-83A7-07EE45A5E52B}" presName="linear" presStyleCnt="0">
        <dgm:presLayoutVars>
          <dgm:animLvl val="lvl"/>
          <dgm:resizeHandles val="exact"/>
        </dgm:presLayoutVars>
      </dgm:prSet>
      <dgm:spPr/>
    </dgm:pt>
    <dgm:pt modelId="{797795D9-22BF-9344-97A3-CEF040A0EE41}" type="pres">
      <dgm:prSet presAssocID="{0561D177-9B98-4FF9-840D-06E750E4391A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076B105C-BD42-934E-8732-36A9A951583F}" type="pres">
      <dgm:prSet presAssocID="{7591777B-609A-40F9-925E-4EADAF1ED943}" presName="spacer" presStyleCnt="0"/>
      <dgm:spPr/>
    </dgm:pt>
    <dgm:pt modelId="{663C5C5F-2622-A042-A39E-31BA1BE9D19C}" type="pres">
      <dgm:prSet presAssocID="{9DD8E9BC-6B6B-4012-970D-C637CD1184F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4D4C3D90-8B5C-974E-973F-041DD3FBFE07}" type="pres">
      <dgm:prSet presAssocID="{6D9AB68D-9156-42C3-A579-11747AC561D8}" presName="spacer" presStyleCnt="0"/>
      <dgm:spPr/>
    </dgm:pt>
    <dgm:pt modelId="{7F40F259-F4A3-1442-8AC9-96F1841DD89D}" type="pres">
      <dgm:prSet presAssocID="{76654C3B-FAA7-4BB0-8211-968735340C5E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954AB44D-D1AC-49A7-ABA2-F3F58B531321}" srcId="{C46EC444-15A3-43B7-83A7-07EE45A5E52B}" destId="{0561D177-9B98-4FF9-840D-06E750E4391A}" srcOrd="0" destOrd="0" parTransId="{20745F68-7612-4245-98AD-E01AED250B63}" sibTransId="{7591777B-609A-40F9-925E-4EADAF1ED943}"/>
    <dgm:cxn modelId="{C861FC89-4B9F-094B-944C-DE8A7EB57CDE}" type="presOf" srcId="{9DD8E9BC-6B6B-4012-970D-C637CD1184FF}" destId="{663C5C5F-2622-A042-A39E-31BA1BE9D19C}" srcOrd="0" destOrd="0" presId="urn:microsoft.com/office/officeart/2005/8/layout/vList2"/>
    <dgm:cxn modelId="{B5A97C9E-3FEE-764B-BEC9-FD39A738872E}" type="presOf" srcId="{76654C3B-FAA7-4BB0-8211-968735340C5E}" destId="{7F40F259-F4A3-1442-8AC9-96F1841DD89D}" srcOrd="0" destOrd="0" presId="urn:microsoft.com/office/officeart/2005/8/layout/vList2"/>
    <dgm:cxn modelId="{B590F9B1-88E6-814B-A87F-21E20799BD3F}" type="presOf" srcId="{C46EC444-15A3-43B7-83A7-07EE45A5E52B}" destId="{09B15C5E-4F4B-E640-B700-617AA6A97D26}" srcOrd="0" destOrd="0" presId="urn:microsoft.com/office/officeart/2005/8/layout/vList2"/>
    <dgm:cxn modelId="{F1E2C7BF-7897-4FAD-BDFE-F5F5BA8B66AD}" srcId="{C46EC444-15A3-43B7-83A7-07EE45A5E52B}" destId="{9DD8E9BC-6B6B-4012-970D-C637CD1184FF}" srcOrd="1" destOrd="0" parTransId="{61E3411B-EAE2-4CBC-882B-769F814742D9}" sibTransId="{6D9AB68D-9156-42C3-A579-11747AC561D8}"/>
    <dgm:cxn modelId="{B655F2D2-883A-4121-B8DC-09174A3FA71C}" srcId="{C46EC444-15A3-43B7-83A7-07EE45A5E52B}" destId="{76654C3B-FAA7-4BB0-8211-968735340C5E}" srcOrd="2" destOrd="0" parTransId="{C8EBF4E5-FF1A-4D04-9E34-99AAC9020E35}" sibTransId="{82E0FADC-6AFA-4638-902A-5AE1DFBA1E85}"/>
    <dgm:cxn modelId="{7ECC95ED-1CB8-0A4D-9AA3-9A7A81F25D04}" type="presOf" srcId="{0561D177-9B98-4FF9-840D-06E750E4391A}" destId="{797795D9-22BF-9344-97A3-CEF040A0EE41}" srcOrd="0" destOrd="0" presId="urn:microsoft.com/office/officeart/2005/8/layout/vList2"/>
    <dgm:cxn modelId="{F3FEFFCF-CFFD-3F46-A607-910DAB73E327}" type="presParOf" srcId="{09B15C5E-4F4B-E640-B700-617AA6A97D26}" destId="{797795D9-22BF-9344-97A3-CEF040A0EE41}" srcOrd="0" destOrd="0" presId="urn:microsoft.com/office/officeart/2005/8/layout/vList2"/>
    <dgm:cxn modelId="{2EF2362C-C11E-0B4F-B7B4-EC539F801B4C}" type="presParOf" srcId="{09B15C5E-4F4B-E640-B700-617AA6A97D26}" destId="{076B105C-BD42-934E-8732-36A9A951583F}" srcOrd="1" destOrd="0" presId="urn:microsoft.com/office/officeart/2005/8/layout/vList2"/>
    <dgm:cxn modelId="{F12A3858-6CBF-C54F-A1F4-C2717C64A06A}" type="presParOf" srcId="{09B15C5E-4F4B-E640-B700-617AA6A97D26}" destId="{663C5C5F-2622-A042-A39E-31BA1BE9D19C}" srcOrd="2" destOrd="0" presId="urn:microsoft.com/office/officeart/2005/8/layout/vList2"/>
    <dgm:cxn modelId="{CEE2D096-EA58-9F4F-B18B-BBEACA809BB3}" type="presParOf" srcId="{09B15C5E-4F4B-E640-B700-617AA6A97D26}" destId="{4D4C3D90-8B5C-974E-973F-041DD3FBFE07}" srcOrd="3" destOrd="0" presId="urn:microsoft.com/office/officeart/2005/8/layout/vList2"/>
    <dgm:cxn modelId="{58D4C767-5DA8-5342-B431-DA260FEE4981}" type="presParOf" srcId="{09B15C5E-4F4B-E640-B700-617AA6A97D26}" destId="{7F40F259-F4A3-1442-8AC9-96F1841DD89D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6739BD1-4162-4774-8C6D-409F14F5E99C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74C14FB5-88D0-40C5-8F42-333DCAB714A6}">
      <dgm:prSet/>
      <dgm:spPr/>
      <dgm:t>
        <a:bodyPr/>
        <a:lstStyle/>
        <a:p>
          <a:pPr>
            <a:defRPr cap="all"/>
          </a:pPr>
          <a:r>
            <a:rPr lang="en-US"/>
            <a:t>Download Azure Data Studio:</a:t>
          </a:r>
        </a:p>
      </dgm:t>
    </dgm:pt>
    <dgm:pt modelId="{BB41D082-EF93-4D91-A791-8B614EF731D5}" type="parTrans" cxnId="{43AB6240-F6BC-4681-BC8A-151425AAB90B}">
      <dgm:prSet/>
      <dgm:spPr/>
      <dgm:t>
        <a:bodyPr/>
        <a:lstStyle/>
        <a:p>
          <a:endParaRPr lang="en-US"/>
        </a:p>
      </dgm:t>
    </dgm:pt>
    <dgm:pt modelId="{C3E8CB16-25D9-4D02-BB67-1635ABE4153B}" type="sibTrans" cxnId="{43AB6240-F6BC-4681-BC8A-151425AAB90B}">
      <dgm:prSet/>
      <dgm:spPr/>
      <dgm:t>
        <a:bodyPr/>
        <a:lstStyle/>
        <a:p>
          <a:endParaRPr lang="en-US"/>
        </a:p>
      </dgm:t>
    </dgm:pt>
    <dgm:pt modelId="{F6B433F1-5495-472E-918A-759C382320E9}">
      <dgm:prSet/>
      <dgm:spPr/>
      <dgm:t>
        <a:bodyPr/>
        <a:lstStyle/>
        <a:p>
          <a:pPr>
            <a:defRPr cap="all"/>
          </a:pPr>
          <a:r>
            <a:rPr lang="en-US"/>
            <a:t>https://learn.microsoft.com/en-us/azure-data-studio/download</a:t>
          </a:r>
        </a:p>
      </dgm:t>
    </dgm:pt>
    <dgm:pt modelId="{9464B30C-8880-4B1A-AE60-3E105CFEA548}" type="parTrans" cxnId="{B23D18A6-2A44-4B1B-BEC3-0A364A903093}">
      <dgm:prSet/>
      <dgm:spPr/>
      <dgm:t>
        <a:bodyPr/>
        <a:lstStyle/>
        <a:p>
          <a:endParaRPr lang="en-US"/>
        </a:p>
      </dgm:t>
    </dgm:pt>
    <dgm:pt modelId="{B1EDD3CC-EBC4-415D-AF51-8392E1E1550D}" type="sibTrans" cxnId="{B23D18A6-2A44-4B1B-BEC3-0A364A903093}">
      <dgm:prSet/>
      <dgm:spPr/>
      <dgm:t>
        <a:bodyPr/>
        <a:lstStyle/>
        <a:p>
          <a:endParaRPr lang="en-US"/>
        </a:p>
      </dgm:t>
    </dgm:pt>
    <dgm:pt modelId="{D719E425-6CA4-4ADB-820B-B5419238B54F}">
      <dgm:prSet/>
      <dgm:spPr/>
      <dgm:t>
        <a:bodyPr/>
        <a:lstStyle/>
        <a:p>
          <a:pPr>
            <a:defRPr cap="all"/>
          </a:pPr>
          <a:r>
            <a:rPr lang="en-US"/>
            <a:t>Install the application on your Mac</a:t>
          </a:r>
        </a:p>
      </dgm:t>
    </dgm:pt>
    <dgm:pt modelId="{4C3F2613-022B-466A-8C51-CABCDA856859}" type="parTrans" cxnId="{C102CC3C-96FE-4607-AB43-8E3030657880}">
      <dgm:prSet/>
      <dgm:spPr/>
      <dgm:t>
        <a:bodyPr/>
        <a:lstStyle/>
        <a:p>
          <a:endParaRPr lang="en-US"/>
        </a:p>
      </dgm:t>
    </dgm:pt>
    <dgm:pt modelId="{4AE9C980-5051-437B-810F-E2C0C08D2F15}" type="sibTrans" cxnId="{C102CC3C-96FE-4607-AB43-8E3030657880}">
      <dgm:prSet/>
      <dgm:spPr/>
      <dgm:t>
        <a:bodyPr/>
        <a:lstStyle/>
        <a:p>
          <a:endParaRPr lang="en-US"/>
        </a:p>
      </dgm:t>
    </dgm:pt>
    <dgm:pt modelId="{09EBF1EF-6A34-4DC6-881D-A80B88509930}" type="pres">
      <dgm:prSet presAssocID="{36739BD1-4162-4774-8C6D-409F14F5E99C}" presName="root" presStyleCnt="0">
        <dgm:presLayoutVars>
          <dgm:dir/>
          <dgm:resizeHandles val="exact"/>
        </dgm:presLayoutVars>
      </dgm:prSet>
      <dgm:spPr/>
    </dgm:pt>
    <dgm:pt modelId="{818263C5-1CAB-4F30-AC47-40AFB59A1988}" type="pres">
      <dgm:prSet presAssocID="{74C14FB5-88D0-40C5-8F42-333DCAB714A6}" presName="compNode" presStyleCnt="0"/>
      <dgm:spPr/>
    </dgm:pt>
    <dgm:pt modelId="{062FA335-B83D-4734-8ECC-2D0878059B94}" type="pres">
      <dgm:prSet presAssocID="{74C14FB5-88D0-40C5-8F42-333DCAB714A6}" presName="iconBgRect" presStyleLbl="bgShp" presStyleIdx="0" presStyleCnt="3"/>
      <dgm:spPr/>
    </dgm:pt>
    <dgm:pt modelId="{2BAE1A4F-E419-4ECD-A824-79F0D4591D0C}" type="pres">
      <dgm:prSet presAssocID="{74C14FB5-88D0-40C5-8F42-333DCAB714A6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wnload from cloud"/>
        </a:ext>
      </dgm:extLst>
    </dgm:pt>
    <dgm:pt modelId="{5C378EB1-C699-4F7D-BBA2-2B58D42FBA18}" type="pres">
      <dgm:prSet presAssocID="{74C14FB5-88D0-40C5-8F42-333DCAB714A6}" presName="spaceRect" presStyleCnt="0"/>
      <dgm:spPr/>
    </dgm:pt>
    <dgm:pt modelId="{F62DC2E9-1358-43D2-ACB5-B67980566999}" type="pres">
      <dgm:prSet presAssocID="{74C14FB5-88D0-40C5-8F42-333DCAB714A6}" presName="textRect" presStyleLbl="revTx" presStyleIdx="0" presStyleCnt="3">
        <dgm:presLayoutVars>
          <dgm:chMax val="1"/>
          <dgm:chPref val="1"/>
        </dgm:presLayoutVars>
      </dgm:prSet>
      <dgm:spPr/>
    </dgm:pt>
    <dgm:pt modelId="{B507F810-660F-4E37-AC34-539AF1BE201D}" type="pres">
      <dgm:prSet presAssocID="{C3E8CB16-25D9-4D02-BB67-1635ABE4153B}" presName="sibTrans" presStyleCnt="0"/>
      <dgm:spPr/>
    </dgm:pt>
    <dgm:pt modelId="{6726A1DE-89AD-418C-9216-746EEC0CB196}" type="pres">
      <dgm:prSet presAssocID="{F6B433F1-5495-472E-918A-759C382320E9}" presName="compNode" presStyleCnt="0"/>
      <dgm:spPr/>
    </dgm:pt>
    <dgm:pt modelId="{4114BAEF-B43D-4948-8E96-A8323BD23990}" type="pres">
      <dgm:prSet presAssocID="{F6B433F1-5495-472E-918A-759C382320E9}" presName="iconBgRect" presStyleLbl="bgShp" presStyleIdx="1" presStyleCnt="3"/>
      <dgm:spPr/>
    </dgm:pt>
    <dgm:pt modelId="{DDD1355B-F33A-4B3C-BCF3-B939CC630004}" type="pres">
      <dgm:prSet presAssocID="{F6B433F1-5495-472E-918A-759C382320E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arth Globe Americas"/>
        </a:ext>
      </dgm:extLst>
    </dgm:pt>
    <dgm:pt modelId="{A9D901AA-3F6D-4E38-A34E-276C2D6DCCDE}" type="pres">
      <dgm:prSet presAssocID="{F6B433F1-5495-472E-918A-759C382320E9}" presName="spaceRect" presStyleCnt="0"/>
      <dgm:spPr/>
    </dgm:pt>
    <dgm:pt modelId="{7008F41E-15A6-433C-9AAB-81D282577B24}" type="pres">
      <dgm:prSet presAssocID="{F6B433F1-5495-472E-918A-759C382320E9}" presName="textRect" presStyleLbl="revTx" presStyleIdx="1" presStyleCnt="3">
        <dgm:presLayoutVars>
          <dgm:chMax val="1"/>
          <dgm:chPref val="1"/>
        </dgm:presLayoutVars>
      </dgm:prSet>
      <dgm:spPr/>
    </dgm:pt>
    <dgm:pt modelId="{E0472724-CF6D-4DDF-ABBD-DA441A2F67B2}" type="pres">
      <dgm:prSet presAssocID="{B1EDD3CC-EBC4-415D-AF51-8392E1E1550D}" presName="sibTrans" presStyleCnt="0"/>
      <dgm:spPr/>
    </dgm:pt>
    <dgm:pt modelId="{24A3B50E-C1F9-4FF4-A556-FD848AA09F2A}" type="pres">
      <dgm:prSet presAssocID="{D719E425-6CA4-4ADB-820B-B5419238B54F}" presName="compNode" presStyleCnt="0"/>
      <dgm:spPr/>
    </dgm:pt>
    <dgm:pt modelId="{6DB7A7AD-2AB9-4D9C-85BC-F20F8CAD5916}" type="pres">
      <dgm:prSet presAssocID="{D719E425-6CA4-4ADB-820B-B5419238B54F}" presName="iconBgRect" presStyleLbl="bgShp" presStyleIdx="2" presStyleCnt="3"/>
      <dgm:spPr/>
    </dgm:pt>
    <dgm:pt modelId="{06949D40-AA35-4265-A075-8819057CF015}" type="pres">
      <dgm:prSet presAssocID="{D719E425-6CA4-4ADB-820B-B5419238B54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7C58F2E1-BCFA-4B3C-818C-08F650A8B6E1}" type="pres">
      <dgm:prSet presAssocID="{D719E425-6CA4-4ADB-820B-B5419238B54F}" presName="spaceRect" presStyleCnt="0"/>
      <dgm:spPr/>
    </dgm:pt>
    <dgm:pt modelId="{5BB486E5-97D8-4379-8DA0-C007E15EE0CE}" type="pres">
      <dgm:prSet presAssocID="{D719E425-6CA4-4ADB-820B-B5419238B54F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C102CC3C-96FE-4607-AB43-8E3030657880}" srcId="{36739BD1-4162-4774-8C6D-409F14F5E99C}" destId="{D719E425-6CA4-4ADB-820B-B5419238B54F}" srcOrd="2" destOrd="0" parTransId="{4C3F2613-022B-466A-8C51-CABCDA856859}" sibTransId="{4AE9C980-5051-437B-810F-E2C0C08D2F15}"/>
    <dgm:cxn modelId="{43AB6240-F6BC-4681-BC8A-151425AAB90B}" srcId="{36739BD1-4162-4774-8C6D-409F14F5E99C}" destId="{74C14FB5-88D0-40C5-8F42-333DCAB714A6}" srcOrd="0" destOrd="0" parTransId="{BB41D082-EF93-4D91-A791-8B614EF731D5}" sibTransId="{C3E8CB16-25D9-4D02-BB67-1635ABE4153B}"/>
    <dgm:cxn modelId="{3217B476-74B3-4CF5-A76C-66ED574062ED}" type="presOf" srcId="{D719E425-6CA4-4ADB-820B-B5419238B54F}" destId="{5BB486E5-97D8-4379-8DA0-C007E15EE0CE}" srcOrd="0" destOrd="0" presId="urn:microsoft.com/office/officeart/2018/5/layout/IconCircleLabelList"/>
    <dgm:cxn modelId="{129C529F-0D70-4AD4-9D1D-C735771B7D12}" type="presOf" srcId="{36739BD1-4162-4774-8C6D-409F14F5E99C}" destId="{09EBF1EF-6A34-4DC6-881D-A80B88509930}" srcOrd="0" destOrd="0" presId="urn:microsoft.com/office/officeart/2018/5/layout/IconCircleLabelList"/>
    <dgm:cxn modelId="{B23D18A6-2A44-4B1B-BEC3-0A364A903093}" srcId="{36739BD1-4162-4774-8C6D-409F14F5E99C}" destId="{F6B433F1-5495-472E-918A-759C382320E9}" srcOrd="1" destOrd="0" parTransId="{9464B30C-8880-4B1A-AE60-3E105CFEA548}" sibTransId="{B1EDD3CC-EBC4-415D-AF51-8392E1E1550D}"/>
    <dgm:cxn modelId="{9B53BEE2-AE19-45B8-8E9C-FEBB1702707E}" type="presOf" srcId="{74C14FB5-88D0-40C5-8F42-333DCAB714A6}" destId="{F62DC2E9-1358-43D2-ACB5-B67980566999}" srcOrd="0" destOrd="0" presId="urn:microsoft.com/office/officeart/2018/5/layout/IconCircleLabelList"/>
    <dgm:cxn modelId="{4571CCE6-224B-4C60-A89C-B96CA15C97F4}" type="presOf" srcId="{F6B433F1-5495-472E-918A-759C382320E9}" destId="{7008F41E-15A6-433C-9AAB-81D282577B24}" srcOrd="0" destOrd="0" presId="urn:microsoft.com/office/officeart/2018/5/layout/IconCircleLabelList"/>
    <dgm:cxn modelId="{43D145CC-0F63-44EC-B1B8-BD46D9CFCB3D}" type="presParOf" srcId="{09EBF1EF-6A34-4DC6-881D-A80B88509930}" destId="{818263C5-1CAB-4F30-AC47-40AFB59A1988}" srcOrd="0" destOrd="0" presId="urn:microsoft.com/office/officeart/2018/5/layout/IconCircleLabelList"/>
    <dgm:cxn modelId="{2BAF5C3E-B6E1-4102-9986-4027446C47D9}" type="presParOf" srcId="{818263C5-1CAB-4F30-AC47-40AFB59A1988}" destId="{062FA335-B83D-4734-8ECC-2D0878059B94}" srcOrd="0" destOrd="0" presId="urn:microsoft.com/office/officeart/2018/5/layout/IconCircleLabelList"/>
    <dgm:cxn modelId="{CFD11126-6CF1-43DC-8258-BF1563302D33}" type="presParOf" srcId="{818263C5-1CAB-4F30-AC47-40AFB59A1988}" destId="{2BAE1A4F-E419-4ECD-A824-79F0D4591D0C}" srcOrd="1" destOrd="0" presId="urn:microsoft.com/office/officeart/2018/5/layout/IconCircleLabelList"/>
    <dgm:cxn modelId="{F5270DC2-52AC-4385-A5F1-0DC901612420}" type="presParOf" srcId="{818263C5-1CAB-4F30-AC47-40AFB59A1988}" destId="{5C378EB1-C699-4F7D-BBA2-2B58D42FBA18}" srcOrd="2" destOrd="0" presId="urn:microsoft.com/office/officeart/2018/5/layout/IconCircleLabelList"/>
    <dgm:cxn modelId="{7E566347-5C62-4C09-99FE-71746FA825BE}" type="presParOf" srcId="{818263C5-1CAB-4F30-AC47-40AFB59A1988}" destId="{F62DC2E9-1358-43D2-ACB5-B67980566999}" srcOrd="3" destOrd="0" presId="urn:microsoft.com/office/officeart/2018/5/layout/IconCircleLabelList"/>
    <dgm:cxn modelId="{C8466CCD-E91B-4C8B-B538-671E8FD2F029}" type="presParOf" srcId="{09EBF1EF-6A34-4DC6-881D-A80B88509930}" destId="{B507F810-660F-4E37-AC34-539AF1BE201D}" srcOrd="1" destOrd="0" presId="urn:microsoft.com/office/officeart/2018/5/layout/IconCircleLabelList"/>
    <dgm:cxn modelId="{4C68C2E6-966F-43DB-9CCE-60056CA8ECAA}" type="presParOf" srcId="{09EBF1EF-6A34-4DC6-881D-A80B88509930}" destId="{6726A1DE-89AD-418C-9216-746EEC0CB196}" srcOrd="2" destOrd="0" presId="urn:microsoft.com/office/officeart/2018/5/layout/IconCircleLabelList"/>
    <dgm:cxn modelId="{2D77B00C-0E91-40CC-91EC-B59EBB6C6025}" type="presParOf" srcId="{6726A1DE-89AD-418C-9216-746EEC0CB196}" destId="{4114BAEF-B43D-4948-8E96-A8323BD23990}" srcOrd="0" destOrd="0" presId="urn:microsoft.com/office/officeart/2018/5/layout/IconCircleLabelList"/>
    <dgm:cxn modelId="{0E43A55B-79CA-4237-9148-E63AEC517481}" type="presParOf" srcId="{6726A1DE-89AD-418C-9216-746EEC0CB196}" destId="{DDD1355B-F33A-4B3C-BCF3-B939CC630004}" srcOrd="1" destOrd="0" presId="urn:microsoft.com/office/officeart/2018/5/layout/IconCircleLabelList"/>
    <dgm:cxn modelId="{D6B10032-5D51-4F31-9499-0DCD025C1367}" type="presParOf" srcId="{6726A1DE-89AD-418C-9216-746EEC0CB196}" destId="{A9D901AA-3F6D-4E38-A34E-276C2D6DCCDE}" srcOrd="2" destOrd="0" presId="urn:microsoft.com/office/officeart/2018/5/layout/IconCircleLabelList"/>
    <dgm:cxn modelId="{09173FA2-2FBE-43E9-A36A-D8369A1D5556}" type="presParOf" srcId="{6726A1DE-89AD-418C-9216-746EEC0CB196}" destId="{7008F41E-15A6-433C-9AAB-81D282577B24}" srcOrd="3" destOrd="0" presId="urn:microsoft.com/office/officeart/2018/5/layout/IconCircleLabelList"/>
    <dgm:cxn modelId="{D75FD075-5067-437C-8242-03D08DBE31E2}" type="presParOf" srcId="{09EBF1EF-6A34-4DC6-881D-A80B88509930}" destId="{E0472724-CF6D-4DDF-ABBD-DA441A2F67B2}" srcOrd="3" destOrd="0" presId="urn:microsoft.com/office/officeart/2018/5/layout/IconCircleLabelList"/>
    <dgm:cxn modelId="{1BEF642D-A528-42B8-95D6-6F105C2E786C}" type="presParOf" srcId="{09EBF1EF-6A34-4DC6-881D-A80B88509930}" destId="{24A3B50E-C1F9-4FF4-A556-FD848AA09F2A}" srcOrd="4" destOrd="0" presId="urn:microsoft.com/office/officeart/2018/5/layout/IconCircleLabelList"/>
    <dgm:cxn modelId="{51C9FBF8-E60E-4CDF-B5F0-3347AEE05DA3}" type="presParOf" srcId="{24A3B50E-C1F9-4FF4-A556-FD848AA09F2A}" destId="{6DB7A7AD-2AB9-4D9C-85BC-F20F8CAD5916}" srcOrd="0" destOrd="0" presId="urn:microsoft.com/office/officeart/2018/5/layout/IconCircleLabelList"/>
    <dgm:cxn modelId="{209DB04C-B6DD-4E2E-8903-C99A5A42A1CC}" type="presParOf" srcId="{24A3B50E-C1F9-4FF4-A556-FD848AA09F2A}" destId="{06949D40-AA35-4265-A075-8819057CF015}" srcOrd="1" destOrd="0" presId="urn:microsoft.com/office/officeart/2018/5/layout/IconCircleLabelList"/>
    <dgm:cxn modelId="{779AD9F4-A0F6-4C7F-8DBF-0375B5023411}" type="presParOf" srcId="{24A3B50E-C1F9-4FF4-A556-FD848AA09F2A}" destId="{7C58F2E1-BCFA-4B3C-818C-08F650A8B6E1}" srcOrd="2" destOrd="0" presId="urn:microsoft.com/office/officeart/2018/5/layout/IconCircleLabelList"/>
    <dgm:cxn modelId="{A986D42B-950B-45E1-8CDE-BBB23585107A}" type="presParOf" srcId="{24A3B50E-C1F9-4FF4-A556-FD848AA09F2A}" destId="{5BB486E5-97D8-4379-8DA0-C007E15EE0CE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9771C10-61D0-4039-9292-ECB941782687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EAC39860-B6B4-4559-A27C-FF54DF4D9D40}">
      <dgm:prSet/>
      <dgm:spPr/>
      <dgm:t>
        <a:bodyPr/>
        <a:lstStyle/>
        <a:p>
          <a:pPr>
            <a:defRPr cap="all"/>
          </a:pPr>
          <a:r>
            <a:rPr lang="en-IN"/>
            <a:t>• Open Azure Data Studio</a:t>
          </a:r>
          <a:endParaRPr lang="en-US"/>
        </a:p>
      </dgm:t>
    </dgm:pt>
    <dgm:pt modelId="{0DC1F928-CD4B-4C8B-AC4F-69E4606CD8EA}" type="parTrans" cxnId="{E46482FE-2616-4A85-BD94-B625358158CA}">
      <dgm:prSet/>
      <dgm:spPr/>
      <dgm:t>
        <a:bodyPr/>
        <a:lstStyle/>
        <a:p>
          <a:endParaRPr lang="en-US"/>
        </a:p>
      </dgm:t>
    </dgm:pt>
    <dgm:pt modelId="{DC92AC6D-F610-447D-B2A6-E32296300F50}" type="sibTrans" cxnId="{E46482FE-2616-4A85-BD94-B625358158CA}">
      <dgm:prSet/>
      <dgm:spPr/>
      <dgm:t>
        <a:bodyPr/>
        <a:lstStyle/>
        <a:p>
          <a:endParaRPr lang="en-US"/>
        </a:p>
      </dgm:t>
    </dgm:pt>
    <dgm:pt modelId="{302DDD30-5BCB-494F-A689-56F4A51E9EFE}">
      <dgm:prSet/>
      <dgm:spPr/>
      <dgm:t>
        <a:bodyPr/>
        <a:lstStyle/>
        <a:p>
          <a:pPr>
            <a:defRPr cap="all"/>
          </a:pPr>
          <a:r>
            <a:rPr lang="en-IN"/>
            <a:t>• New Connection</a:t>
          </a:r>
          <a:endParaRPr lang="en-US"/>
        </a:p>
      </dgm:t>
    </dgm:pt>
    <dgm:pt modelId="{37F93045-7A87-441B-9B5E-151E376E744E}" type="parTrans" cxnId="{E0969E36-4653-408D-B08B-9F8951439AB5}">
      <dgm:prSet/>
      <dgm:spPr/>
      <dgm:t>
        <a:bodyPr/>
        <a:lstStyle/>
        <a:p>
          <a:endParaRPr lang="en-US"/>
        </a:p>
      </dgm:t>
    </dgm:pt>
    <dgm:pt modelId="{3C692894-646A-4C2E-A045-4BF1FA16E4C9}" type="sibTrans" cxnId="{E0969E36-4653-408D-B08B-9F8951439AB5}">
      <dgm:prSet/>
      <dgm:spPr/>
      <dgm:t>
        <a:bodyPr/>
        <a:lstStyle/>
        <a:p>
          <a:endParaRPr lang="en-US"/>
        </a:p>
      </dgm:t>
    </dgm:pt>
    <dgm:pt modelId="{F0FE826E-E7E0-4005-977F-EE215B439FF6}">
      <dgm:prSet/>
      <dgm:spPr/>
      <dgm:t>
        <a:bodyPr/>
        <a:lstStyle/>
        <a:p>
          <a:pPr>
            <a:defRPr cap="all"/>
          </a:pPr>
          <a:r>
            <a:rPr lang="en-IN"/>
            <a:t>• Server: localhost</a:t>
          </a:r>
          <a:endParaRPr lang="en-US"/>
        </a:p>
      </dgm:t>
    </dgm:pt>
    <dgm:pt modelId="{25740C98-2DF2-4246-B661-56FFDF46113E}" type="parTrans" cxnId="{CED175CB-D7EA-4BB9-B41A-CF6D5CCD256C}">
      <dgm:prSet/>
      <dgm:spPr/>
      <dgm:t>
        <a:bodyPr/>
        <a:lstStyle/>
        <a:p>
          <a:endParaRPr lang="en-US"/>
        </a:p>
      </dgm:t>
    </dgm:pt>
    <dgm:pt modelId="{7B4B9223-1E25-47B5-8C7E-9460D95D75E2}" type="sibTrans" cxnId="{CED175CB-D7EA-4BB9-B41A-CF6D5CCD256C}">
      <dgm:prSet/>
      <dgm:spPr/>
      <dgm:t>
        <a:bodyPr/>
        <a:lstStyle/>
        <a:p>
          <a:endParaRPr lang="en-US"/>
        </a:p>
      </dgm:t>
    </dgm:pt>
    <dgm:pt modelId="{950372C9-90DD-4235-97A6-1653CB128AE0}">
      <dgm:prSet/>
      <dgm:spPr/>
      <dgm:t>
        <a:bodyPr/>
        <a:lstStyle/>
        <a:p>
          <a:pPr>
            <a:defRPr cap="all"/>
          </a:pPr>
          <a:r>
            <a:rPr lang="en-IN"/>
            <a:t>• Authentication: SQL Login</a:t>
          </a:r>
          <a:endParaRPr lang="en-US"/>
        </a:p>
      </dgm:t>
    </dgm:pt>
    <dgm:pt modelId="{A26AADFC-A05F-47F9-8EBE-5D2410390BED}" type="parTrans" cxnId="{6975586C-DE17-4D49-9729-4E0646113DB2}">
      <dgm:prSet/>
      <dgm:spPr/>
      <dgm:t>
        <a:bodyPr/>
        <a:lstStyle/>
        <a:p>
          <a:endParaRPr lang="en-US"/>
        </a:p>
      </dgm:t>
    </dgm:pt>
    <dgm:pt modelId="{6357E581-6E4E-4282-B4FD-35287A54ADBA}" type="sibTrans" cxnId="{6975586C-DE17-4D49-9729-4E0646113DB2}">
      <dgm:prSet/>
      <dgm:spPr/>
      <dgm:t>
        <a:bodyPr/>
        <a:lstStyle/>
        <a:p>
          <a:endParaRPr lang="en-US"/>
        </a:p>
      </dgm:t>
    </dgm:pt>
    <dgm:pt modelId="{559FB7A4-DDA6-4770-8DEF-54AE821E8825}">
      <dgm:prSet/>
      <dgm:spPr/>
      <dgm:t>
        <a:bodyPr/>
        <a:lstStyle/>
        <a:p>
          <a:pPr>
            <a:defRPr cap="all"/>
          </a:pPr>
          <a:r>
            <a:rPr lang="en-IN"/>
            <a:t>• Username: sa</a:t>
          </a:r>
          <a:endParaRPr lang="en-US"/>
        </a:p>
      </dgm:t>
    </dgm:pt>
    <dgm:pt modelId="{9F31EDFF-427B-457D-88D7-50F1842960B4}" type="parTrans" cxnId="{056A0A7C-1713-46F3-B533-18026B142D71}">
      <dgm:prSet/>
      <dgm:spPr/>
      <dgm:t>
        <a:bodyPr/>
        <a:lstStyle/>
        <a:p>
          <a:endParaRPr lang="en-US"/>
        </a:p>
      </dgm:t>
    </dgm:pt>
    <dgm:pt modelId="{A59FFC88-AF17-4181-9FC3-B8E27F87CFCE}" type="sibTrans" cxnId="{056A0A7C-1713-46F3-B533-18026B142D71}">
      <dgm:prSet/>
      <dgm:spPr/>
      <dgm:t>
        <a:bodyPr/>
        <a:lstStyle/>
        <a:p>
          <a:endParaRPr lang="en-US"/>
        </a:p>
      </dgm:t>
    </dgm:pt>
    <dgm:pt modelId="{9EE49832-B28B-4E38-B2AD-AD9559EA4E11}">
      <dgm:prSet/>
      <dgm:spPr/>
      <dgm:t>
        <a:bodyPr/>
        <a:lstStyle/>
        <a:p>
          <a:pPr>
            <a:defRPr cap="all"/>
          </a:pPr>
          <a:r>
            <a:rPr lang="en-IN"/>
            <a:t>• Password: DB_Password</a:t>
          </a:r>
          <a:endParaRPr lang="en-US"/>
        </a:p>
      </dgm:t>
    </dgm:pt>
    <dgm:pt modelId="{962FA9DC-B7A5-4342-98FA-1F4AAABCB460}" type="parTrans" cxnId="{79308D1D-9F24-417F-A7A1-33D921C93A1A}">
      <dgm:prSet/>
      <dgm:spPr/>
      <dgm:t>
        <a:bodyPr/>
        <a:lstStyle/>
        <a:p>
          <a:endParaRPr lang="en-US"/>
        </a:p>
      </dgm:t>
    </dgm:pt>
    <dgm:pt modelId="{50A7F536-41AF-4683-B099-AEAE7E1F9C92}" type="sibTrans" cxnId="{79308D1D-9F24-417F-A7A1-33D921C93A1A}">
      <dgm:prSet/>
      <dgm:spPr/>
      <dgm:t>
        <a:bodyPr/>
        <a:lstStyle/>
        <a:p>
          <a:endParaRPr lang="en-US"/>
        </a:p>
      </dgm:t>
    </dgm:pt>
    <dgm:pt modelId="{97049AFA-BE17-4147-9989-E419F0D5B91A}">
      <dgm:prSet/>
      <dgm:spPr/>
      <dgm:t>
        <a:bodyPr/>
        <a:lstStyle/>
        <a:p>
          <a:pPr>
            <a:defRPr cap="all"/>
          </a:pPr>
          <a:r>
            <a:rPr lang="en-IN"/>
            <a:t>• Port: 1433</a:t>
          </a:r>
          <a:endParaRPr lang="en-US"/>
        </a:p>
      </dgm:t>
    </dgm:pt>
    <dgm:pt modelId="{CA2C3E4C-FAB2-4594-82FF-30BAFD77DEE6}" type="parTrans" cxnId="{5BED995F-F95A-4E9C-BF8D-E8CE8366C553}">
      <dgm:prSet/>
      <dgm:spPr/>
      <dgm:t>
        <a:bodyPr/>
        <a:lstStyle/>
        <a:p>
          <a:endParaRPr lang="en-US"/>
        </a:p>
      </dgm:t>
    </dgm:pt>
    <dgm:pt modelId="{51C3CF16-5227-40C4-99A6-142164D96905}" type="sibTrans" cxnId="{5BED995F-F95A-4E9C-BF8D-E8CE8366C553}">
      <dgm:prSet/>
      <dgm:spPr/>
      <dgm:t>
        <a:bodyPr/>
        <a:lstStyle/>
        <a:p>
          <a:endParaRPr lang="en-US"/>
        </a:p>
      </dgm:t>
    </dgm:pt>
    <dgm:pt modelId="{BE639A06-5377-4856-976E-9F6D30B13704}" type="pres">
      <dgm:prSet presAssocID="{69771C10-61D0-4039-9292-ECB941782687}" presName="root" presStyleCnt="0">
        <dgm:presLayoutVars>
          <dgm:dir/>
          <dgm:resizeHandles val="exact"/>
        </dgm:presLayoutVars>
      </dgm:prSet>
      <dgm:spPr/>
    </dgm:pt>
    <dgm:pt modelId="{F00FC276-DB83-4637-B165-52B2C7C5AEC2}" type="pres">
      <dgm:prSet presAssocID="{EAC39860-B6B4-4559-A27C-FF54DF4D9D40}" presName="compNode" presStyleCnt="0"/>
      <dgm:spPr/>
    </dgm:pt>
    <dgm:pt modelId="{B5E3D57A-56C8-4FD9-BB65-13764F6980D6}" type="pres">
      <dgm:prSet presAssocID="{EAC39860-B6B4-4559-A27C-FF54DF4D9D40}" presName="iconBgRect" presStyleLbl="bgShp" presStyleIdx="0" presStyleCnt="7"/>
      <dgm:spPr/>
    </dgm:pt>
    <dgm:pt modelId="{E1AC1370-9F94-4BC0-B6DB-32A26BE933E2}" type="pres">
      <dgm:prSet presAssocID="{EAC39860-B6B4-4559-A27C-FF54DF4D9D40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9715944B-90A2-444B-B886-40233AFD710C}" type="pres">
      <dgm:prSet presAssocID="{EAC39860-B6B4-4559-A27C-FF54DF4D9D40}" presName="spaceRect" presStyleCnt="0"/>
      <dgm:spPr/>
    </dgm:pt>
    <dgm:pt modelId="{57B945EA-3C64-44D6-B27E-098374967015}" type="pres">
      <dgm:prSet presAssocID="{EAC39860-B6B4-4559-A27C-FF54DF4D9D40}" presName="textRect" presStyleLbl="revTx" presStyleIdx="0" presStyleCnt="7">
        <dgm:presLayoutVars>
          <dgm:chMax val="1"/>
          <dgm:chPref val="1"/>
        </dgm:presLayoutVars>
      </dgm:prSet>
      <dgm:spPr/>
    </dgm:pt>
    <dgm:pt modelId="{C504B653-45E0-404B-82BF-B6E7ECC71913}" type="pres">
      <dgm:prSet presAssocID="{DC92AC6D-F610-447D-B2A6-E32296300F50}" presName="sibTrans" presStyleCnt="0"/>
      <dgm:spPr/>
    </dgm:pt>
    <dgm:pt modelId="{5BB53AC1-5F29-436D-83EF-CB4F19D8F1D9}" type="pres">
      <dgm:prSet presAssocID="{302DDD30-5BCB-494F-A689-56F4A51E9EFE}" presName="compNode" presStyleCnt="0"/>
      <dgm:spPr/>
    </dgm:pt>
    <dgm:pt modelId="{21DB2D62-DE76-4A2C-AB19-4AC4A0518FD0}" type="pres">
      <dgm:prSet presAssocID="{302DDD30-5BCB-494F-A689-56F4A51E9EFE}" presName="iconBgRect" presStyleLbl="bgShp" presStyleIdx="1" presStyleCnt="7"/>
      <dgm:spPr/>
    </dgm:pt>
    <dgm:pt modelId="{7DF7D7F6-E6EE-44C8-B6B8-5E9083769A72}" type="pres">
      <dgm:prSet presAssocID="{302DDD30-5BCB-494F-A689-56F4A51E9EFE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ocial Network"/>
        </a:ext>
      </dgm:extLst>
    </dgm:pt>
    <dgm:pt modelId="{66BB6A2D-3D14-442D-88CB-1274F9433F1F}" type="pres">
      <dgm:prSet presAssocID="{302DDD30-5BCB-494F-A689-56F4A51E9EFE}" presName="spaceRect" presStyleCnt="0"/>
      <dgm:spPr/>
    </dgm:pt>
    <dgm:pt modelId="{6B3CF7F6-859A-42F7-BD6A-3705D9CA2941}" type="pres">
      <dgm:prSet presAssocID="{302DDD30-5BCB-494F-A689-56F4A51E9EFE}" presName="textRect" presStyleLbl="revTx" presStyleIdx="1" presStyleCnt="7">
        <dgm:presLayoutVars>
          <dgm:chMax val="1"/>
          <dgm:chPref val="1"/>
        </dgm:presLayoutVars>
      </dgm:prSet>
      <dgm:spPr/>
    </dgm:pt>
    <dgm:pt modelId="{798BE208-2CE8-4E3C-8816-12FBBC695D97}" type="pres">
      <dgm:prSet presAssocID="{3C692894-646A-4C2E-A045-4BF1FA16E4C9}" presName="sibTrans" presStyleCnt="0"/>
      <dgm:spPr/>
    </dgm:pt>
    <dgm:pt modelId="{06197203-8294-4EFE-AD85-175B7EE8AEAD}" type="pres">
      <dgm:prSet presAssocID="{F0FE826E-E7E0-4005-977F-EE215B439FF6}" presName="compNode" presStyleCnt="0"/>
      <dgm:spPr/>
    </dgm:pt>
    <dgm:pt modelId="{FAAB587B-CC03-4370-A537-49F57F1D84C9}" type="pres">
      <dgm:prSet presAssocID="{F0FE826E-E7E0-4005-977F-EE215B439FF6}" presName="iconBgRect" presStyleLbl="bgShp" presStyleIdx="2" presStyleCnt="7"/>
      <dgm:spPr/>
    </dgm:pt>
    <dgm:pt modelId="{F51FA072-7767-4CC9-9225-E3E2D06ED040}" type="pres">
      <dgm:prSet presAssocID="{F0FE826E-E7E0-4005-977F-EE215B439FF6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C470B75C-7DBE-4F87-B582-2461E01773DD}" type="pres">
      <dgm:prSet presAssocID="{F0FE826E-E7E0-4005-977F-EE215B439FF6}" presName="spaceRect" presStyleCnt="0"/>
      <dgm:spPr/>
    </dgm:pt>
    <dgm:pt modelId="{47A84924-A2FC-4EDB-AC82-EC0CA212DBC0}" type="pres">
      <dgm:prSet presAssocID="{F0FE826E-E7E0-4005-977F-EE215B439FF6}" presName="textRect" presStyleLbl="revTx" presStyleIdx="2" presStyleCnt="7">
        <dgm:presLayoutVars>
          <dgm:chMax val="1"/>
          <dgm:chPref val="1"/>
        </dgm:presLayoutVars>
      </dgm:prSet>
      <dgm:spPr/>
    </dgm:pt>
    <dgm:pt modelId="{C0BDE46D-3FC9-48F4-9AF4-3B88A433110F}" type="pres">
      <dgm:prSet presAssocID="{7B4B9223-1E25-47B5-8C7E-9460D95D75E2}" presName="sibTrans" presStyleCnt="0"/>
      <dgm:spPr/>
    </dgm:pt>
    <dgm:pt modelId="{8AED6E10-DF75-4EC1-A1C9-6E55E66E5B40}" type="pres">
      <dgm:prSet presAssocID="{950372C9-90DD-4235-97A6-1653CB128AE0}" presName="compNode" presStyleCnt="0"/>
      <dgm:spPr/>
    </dgm:pt>
    <dgm:pt modelId="{9EA83D73-22E5-4BB3-BBC2-1F1C521E7BC0}" type="pres">
      <dgm:prSet presAssocID="{950372C9-90DD-4235-97A6-1653CB128AE0}" presName="iconBgRect" presStyleLbl="bgShp" presStyleIdx="3" presStyleCnt="7"/>
      <dgm:spPr/>
    </dgm:pt>
    <dgm:pt modelId="{E9D60287-A6DC-4081-A00B-442142454BF5}" type="pres">
      <dgm:prSet presAssocID="{950372C9-90DD-4235-97A6-1653CB128AE0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86B1D35E-D145-4AEF-B397-F4B92694A44B}" type="pres">
      <dgm:prSet presAssocID="{950372C9-90DD-4235-97A6-1653CB128AE0}" presName="spaceRect" presStyleCnt="0"/>
      <dgm:spPr/>
    </dgm:pt>
    <dgm:pt modelId="{02C67F07-E399-41DF-8E51-0F3320B58075}" type="pres">
      <dgm:prSet presAssocID="{950372C9-90DD-4235-97A6-1653CB128AE0}" presName="textRect" presStyleLbl="revTx" presStyleIdx="3" presStyleCnt="7">
        <dgm:presLayoutVars>
          <dgm:chMax val="1"/>
          <dgm:chPref val="1"/>
        </dgm:presLayoutVars>
      </dgm:prSet>
      <dgm:spPr/>
    </dgm:pt>
    <dgm:pt modelId="{386F3A9D-6C5F-433C-B2BA-B68D340AAE77}" type="pres">
      <dgm:prSet presAssocID="{6357E581-6E4E-4282-B4FD-35287A54ADBA}" presName="sibTrans" presStyleCnt="0"/>
      <dgm:spPr/>
    </dgm:pt>
    <dgm:pt modelId="{0B89A6C5-A3AE-4522-9B26-B5B651572AB8}" type="pres">
      <dgm:prSet presAssocID="{559FB7A4-DDA6-4770-8DEF-54AE821E8825}" presName="compNode" presStyleCnt="0"/>
      <dgm:spPr/>
    </dgm:pt>
    <dgm:pt modelId="{DC028311-77FC-41DE-B0EA-C88EA08DB4A8}" type="pres">
      <dgm:prSet presAssocID="{559FB7A4-DDA6-4770-8DEF-54AE821E8825}" presName="iconBgRect" presStyleLbl="bgShp" presStyleIdx="4" presStyleCnt="7"/>
      <dgm:spPr/>
    </dgm:pt>
    <dgm:pt modelId="{BAE11592-61E5-4989-B1CD-12938A6A8243}" type="pres">
      <dgm:prSet presAssocID="{559FB7A4-DDA6-4770-8DEF-54AE821E8825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2ACF2ABD-F4DB-4E87-8637-60ED6C674BED}" type="pres">
      <dgm:prSet presAssocID="{559FB7A4-DDA6-4770-8DEF-54AE821E8825}" presName="spaceRect" presStyleCnt="0"/>
      <dgm:spPr/>
    </dgm:pt>
    <dgm:pt modelId="{E04F4038-EC37-45EE-9409-470E04BE8D61}" type="pres">
      <dgm:prSet presAssocID="{559FB7A4-DDA6-4770-8DEF-54AE821E8825}" presName="textRect" presStyleLbl="revTx" presStyleIdx="4" presStyleCnt="7">
        <dgm:presLayoutVars>
          <dgm:chMax val="1"/>
          <dgm:chPref val="1"/>
        </dgm:presLayoutVars>
      </dgm:prSet>
      <dgm:spPr/>
    </dgm:pt>
    <dgm:pt modelId="{F2E4D5BC-1C91-4BE9-991C-C77B4A9289BF}" type="pres">
      <dgm:prSet presAssocID="{A59FFC88-AF17-4181-9FC3-B8E27F87CFCE}" presName="sibTrans" presStyleCnt="0"/>
      <dgm:spPr/>
    </dgm:pt>
    <dgm:pt modelId="{AC1BA1E9-6369-4097-8659-7A52676CE4D4}" type="pres">
      <dgm:prSet presAssocID="{9EE49832-B28B-4E38-B2AD-AD9559EA4E11}" presName="compNode" presStyleCnt="0"/>
      <dgm:spPr/>
    </dgm:pt>
    <dgm:pt modelId="{A6ED8528-9F73-4EE8-A3FC-DB5BCC29C6A5}" type="pres">
      <dgm:prSet presAssocID="{9EE49832-B28B-4E38-B2AD-AD9559EA4E11}" presName="iconBgRect" presStyleLbl="bgShp" presStyleIdx="5" presStyleCnt="7"/>
      <dgm:spPr/>
    </dgm:pt>
    <dgm:pt modelId="{20F8C0C0-14C7-468A-803D-9BC9114190DA}" type="pres">
      <dgm:prSet presAssocID="{9EE49832-B28B-4E38-B2AD-AD9559EA4E11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4F4E6669-8ABA-4400-99E1-F5D9F3A1E0F3}" type="pres">
      <dgm:prSet presAssocID="{9EE49832-B28B-4E38-B2AD-AD9559EA4E11}" presName="spaceRect" presStyleCnt="0"/>
      <dgm:spPr/>
    </dgm:pt>
    <dgm:pt modelId="{F07B7722-36A6-4261-864F-7161D98467C5}" type="pres">
      <dgm:prSet presAssocID="{9EE49832-B28B-4E38-B2AD-AD9559EA4E11}" presName="textRect" presStyleLbl="revTx" presStyleIdx="5" presStyleCnt="7">
        <dgm:presLayoutVars>
          <dgm:chMax val="1"/>
          <dgm:chPref val="1"/>
        </dgm:presLayoutVars>
      </dgm:prSet>
      <dgm:spPr/>
    </dgm:pt>
    <dgm:pt modelId="{1B71459B-AE1E-4F33-89BA-58DFCCEC158F}" type="pres">
      <dgm:prSet presAssocID="{50A7F536-41AF-4683-B099-AEAE7E1F9C92}" presName="sibTrans" presStyleCnt="0"/>
      <dgm:spPr/>
    </dgm:pt>
    <dgm:pt modelId="{48AD3D5B-FC81-4DC2-90DA-5053D4D07993}" type="pres">
      <dgm:prSet presAssocID="{97049AFA-BE17-4147-9989-E419F0D5B91A}" presName="compNode" presStyleCnt="0"/>
      <dgm:spPr/>
    </dgm:pt>
    <dgm:pt modelId="{E3EBDCBF-2CD7-4220-9026-17C8507AD0AA}" type="pres">
      <dgm:prSet presAssocID="{97049AFA-BE17-4147-9989-E419F0D5B91A}" presName="iconBgRect" presStyleLbl="bgShp" presStyleIdx="6" presStyleCnt="7"/>
      <dgm:spPr/>
    </dgm:pt>
    <dgm:pt modelId="{FD6F0F2C-527B-441D-8D22-7C68AAC55B61}" type="pres">
      <dgm:prSet presAssocID="{97049AFA-BE17-4147-9989-E419F0D5B91A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ug boat"/>
        </a:ext>
      </dgm:extLst>
    </dgm:pt>
    <dgm:pt modelId="{4BA14F5E-85D4-4778-B66A-EF29155BC23C}" type="pres">
      <dgm:prSet presAssocID="{97049AFA-BE17-4147-9989-E419F0D5B91A}" presName="spaceRect" presStyleCnt="0"/>
      <dgm:spPr/>
    </dgm:pt>
    <dgm:pt modelId="{153BF88C-4C91-4651-9F46-F19109D7379A}" type="pres">
      <dgm:prSet presAssocID="{97049AFA-BE17-4147-9989-E419F0D5B91A}" presName="textRect" presStyleLbl="revTx" presStyleIdx="6" presStyleCnt="7">
        <dgm:presLayoutVars>
          <dgm:chMax val="1"/>
          <dgm:chPref val="1"/>
        </dgm:presLayoutVars>
      </dgm:prSet>
      <dgm:spPr/>
    </dgm:pt>
  </dgm:ptLst>
  <dgm:cxnLst>
    <dgm:cxn modelId="{79308D1D-9F24-417F-A7A1-33D921C93A1A}" srcId="{69771C10-61D0-4039-9292-ECB941782687}" destId="{9EE49832-B28B-4E38-B2AD-AD9559EA4E11}" srcOrd="5" destOrd="0" parTransId="{962FA9DC-B7A5-4342-98FA-1F4AAABCB460}" sibTransId="{50A7F536-41AF-4683-B099-AEAE7E1F9C92}"/>
    <dgm:cxn modelId="{F4E53E2C-6C81-4EDB-B76A-F4EA7F6E82CD}" type="presOf" srcId="{9EE49832-B28B-4E38-B2AD-AD9559EA4E11}" destId="{F07B7722-36A6-4261-864F-7161D98467C5}" srcOrd="0" destOrd="0" presId="urn:microsoft.com/office/officeart/2018/5/layout/IconCircleLabelList"/>
    <dgm:cxn modelId="{25D42535-94ED-4257-888F-D05D64136A66}" type="presOf" srcId="{EAC39860-B6B4-4559-A27C-FF54DF4D9D40}" destId="{57B945EA-3C64-44D6-B27E-098374967015}" srcOrd="0" destOrd="0" presId="urn:microsoft.com/office/officeart/2018/5/layout/IconCircleLabelList"/>
    <dgm:cxn modelId="{E0969E36-4653-408D-B08B-9F8951439AB5}" srcId="{69771C10-61D0-4039-9292-ECB941782687}" destId="{302DDD30-5BCB-494F-A689-56F4A51E9EFE}" srcOrd="1" destOrd="0" parTransId="{37F93045-7A87-441B-9B5E-151E376E744E}" sibTransId="{3C692894-646A-4C2E-A045-4BF1FA16E4C9}"/>
    <dgm:cxn modelId="{43337337-9523-45C2-96DF-9C33C1B693AE}" type="presOf" srcId="{97049AFA-BE17-4147-9989-E419F0D5B91A}" destId="{153BF88C-4C91-4651-9F46-F19109D7379A}" srcOrd="0" destOrd="0" presId="urn:microsoft.com/office/officeart/2018/5/layout/IconCircleLabelList"/>
    <dgm:cxn modelId="{9D71AF45-988E-47D2-856B-E901DE206C17}" type="presOf" srcId="{302DDD30-5BCB-494F-A689-56F4A51E9EFE}" destId="{6B3CF7F6-859A-42F7-BD6A-3705D9CA2941}" srcOrd="0" destOrd="0" presId="urn:microsoft.com/office/officeart/2018/5/layout/IconCircleLabelList"/>
    <dgm:cxn modelId="{5BED995F-F95A-4E9C-BF8D-E8CE8366C553}" srcId="{69771C10-61D0-4039-9292-ECB941782687}" destId="{97049AFA-BE17-4147-9989-E419F0D5B91A}" srcOrd="6" destOrd="0" parTransId="{CA2C3E4C-FAB2-4594-82FF-30BAFD77DEE6}" sibTransId="{51C3CF16-5227-40C4-99A6-142164D96905}"/>
    <dgm:cxn modelId="{6975586C-DE17-4D49-9729-4E0646113DB2}" srcId="{69771C10-61D0-4039-9292-ECB941782687}" destId="{950372C9-90DD-4235-97A6-1653CB128AE0}" srcOrd="3" destOrd="0" parTransId="{A26AADFC-A05F-47F9-8EBE-5D2410390BED}" sibTransId="{6357E581-6E4E-4282-B4FD-35287A54ADBA}"/>
    <dgm:cxn modelId="{056A0A7C-1713-46F3-B533-18026B142D71}" srcId="{69771C10-61D0-4039-9292-ECB941782687}" destId="{559FB7A4-DDA6-4770-8DEF-54AE821E8825}" srcOrd="4" destOrd="0" parTransId="{9F31EDFF-427B-457D-88D7-50F1842960B4}" sibTransId="{A59FFC88-AF17-4181-9FC3-B8E27F87CFCE}"/>
    <dgm:cxn modelId="{01410889-3852-4781-B92F-BE9A81A4E923}" type="presOf" srcId="{559FB7A4-DDA6-4770-8DEF-54AE821E8825}" destId="{E04F4038-EC37-45EE-9409-470E04BE8D61}" srcOrd="0" destOrd="0" presId="urn:microsoft.com/office/officeart/2018/5/layout/IconCircleLabelList"/>
    <dgm:cxn modelId="{DAD7E0B6-DF95-42D3-AC7F-177407727D4D}" type="presOf" srcId="{F0FE826E-E7E0-4005-977F-EE215B439FF6}" destId="{47A84924-A2FC-4EDB-AC82-EC0CA212DBC0}" srcOrd="0" destOrd="0" presId="urn:microsoft.com/office/officeart/2018/5/layout/IconCircleLabelList"/>
    <dgm:cxn modelId="{3ED5FFBF-0AC4-402E-9116-93B94A89B1AB}" type="presOf" srcId="{950372C9-90DD-4235-97A6-1653CB128AE0}" destId="{02C67F07-E399-41DF-8E51-0F3320B58075}" srcOrd="0" destOrd="0" presId="urn:microsoft.com/office/officeart/2018/5/layout/IconCircleLabelList"/>
    <dgm:cxn modelId="{CED175CB-D7EA-4BB9-B41A-CF6D5CCD256C}" srcId="{69771C10-61D0-4039-9292-ECB941782687}" destId="{F0FE826E-E7E0-4005-977F-EE215B439FF6}" srcOrd="2" destOrd="0" parTransId="{25740C98-2DF2-4246-B661-56FFDF46113E}" sibTransId="{7B4B9223-1E25-47B5-8C7E-9460D95D75E2}"/>
    <dgm:cxn modelId="{3755A1FA-7E48-41F6-BD92-94E8CBD0127C}" type="presOf" srcId="{69771C10-61D0-4039-9292-ECB941782687}" destId="{BE639A06-5377-4856-976E-9F6D30B13704}" srcOrd="0" destOrd="0" presId="urn:microsoft.com/office/officeart/2018/5/layout/IconCircleLabelList"/>
    <dgm:cxn modelId="{E46482FE-2616-4A85-BD94-B625358158CA}" srcId="{69771C10-61D0-4039-9292-ECB941782687}" destId="{EAC39860-B6B4-4559-A27C-FF54DF4D9D40}" srcOrd="0" destOrd="0" parTransId="{0DC1F928-CD4B-4C8B-AC4F-69E4606CD8EA}" sibTransId="{DC92AC6D-F610-447D-B2A6-E32296300F50}"/>
    <dgm:cxn modelId="{76787042-641D-43F8-A4F4-5435BB7B3083}" type="presParOf" srcId="{BE639A06-5377-4856-976E-9F6D30B13704}" destId="{F00FC276-DB83-4637-B165-52B2C7C5AEC2}" srcOrd="0" destOrd="0" presId="urn:microsoft.com/office/officeart/2018/5/layout/IconCircleLabelList"/>
    <dgm:cxn modelId="{E930C369-C48C-4EEF-BFE9-0F77FE922F9A}" type="presParOf" srcId="{F00FC276-DB83-4637-B165-52B2C7C5AEC2}" destId="{B5E3D57A-56C8-4FD9-BB65-13764F6980D6}" srcOrd="0" destOrd="0" presId="urn:microsoft.com/office/officeart/2018/5/layout/IconCircleLabelList"/>
    <dgm:cxn modelId="{5D09C5F2-A144-4215-94F2-4726D83C2A20}" type="presParOf" srcId="{F00FC276-DB83-4637-B165-52B2C7C5AEC2}" destId="{E1AC1370-9F94-4BC0-B6DB-32A26BE933E2}" srcOrd="1" destOrd="0" presId="urn:microsoft.com/office/officeart/2018/5/layout/IconCircleLabelList"/>
    <dgm:cxn modelId="{F89ABDFD-2121-4990-931E-C701A24776D3}" type="presParOf" srcId="{F00FC276-DB83-4637-B165-52B2C7C5AEC2}" destId="{9715944B-90A2-444B-B886-40233AFD710C}" srcOrd="2" destOrd="0" presId="urn:microsoft.com/office/officeart/2018/5/layout/IconCircleLabelList"/>
    <dgm:cxn modelId="{B057E313-CA19-4F78-ADF5-99CF9E38FB54}" type="presParOf" srcId="{F00FC276-DB83-4637-B165-52B2C7C5AEC2}" destId="{57B945EA-3C64-44D6-B27E-098374967015}" srcOrd="3" destOrd="0" presId="urn:microsoft.com/office/officeart/2018/5/layout/IconCircleLabelList"/>
    <dgm:cxn modelId="{596F92B1-8064-4C61-B2AE-4B36D1F98645}" type="presParOf" srcId="{BE639A06-5377-4856-976E-9F6D30B13704}" destId="{C504B653-45E0-404B-82BF-B6E7ECC71913}" srcOrd="1" destOrd="0" presId="urn:microsoft.com/office/officeart/2018/5/layout/IconCircleLabelList"/>
    <dgm:cxn modelId="{1219EF26-C4BF-444F-B8DC-C7ACF9F9F778}" type="presParOf" srcId="{BE639A06-5377-4856-976E-9F6D30B13704}" destId="{5BB53AC1-5F29-436D-83EF-CB4F19D8F1D9}" srcOrd="2" destOrd="0" presId="urn:microsoft.com/office/officeart/2018/5/layout/IconCircleLabelList"/>
    <dgm:cxn modelId="{31BF0D86-E557-4762-ADC0-8EFD0DA8FFB3}" type="presParOf" srcId="{5BB53AC1-5F29-436D-83EF-CB4F19D8F1D9}" destId="{21DB2D62-DE76-4A2C-AB19-4AC4A0518FD0}" srcOrd="0" destOrd="0" presId="urn:microsoft.com/office/officeart/2018/5/layout/IconCircleLabelList"/>
    <dgm:cxn modelId="{978CB255-0A2B-407B-B643-B0FD1736BA9D}" type="presParOf" srcId="{5BB53AC1-5F29-436D-83EF-CB4F19D8F1D9}" destId="{7DF7D7F6-E6EE-44C8-B6B8-5E9083769A72}" srcOrd="1" destOrd="0" presId="urn:microsoft.com/office/officeart/2018/5/layout/IconCircleLabelList"/>
    <dgm:cxn modelId="{13B55E1D-6695-48B3-B057-F062D632033B}" type="presParOf" srcId="{5BB53AC1-5F29-436D-83EF-CB4F19D8F1D9}" destId="{66BB6A2D-3D14-442D-88CB-1274F9433F1F}" srcOrd="2" destOrd="0" presId="urn:microsoft.com/office/officeart/2018/5/layout/IconCircleLabelList"/>
    <dgm:cxn modelId="{C055FB5A-F7F9-4FE7-9F5D-DE5BF2481332}" type="presParOf" srcId="{5BB53AC1-5F29-436D-83EF-CB4F19D8F1D9}" destId="{6B3CF7F6-859A-42F7-BD6A-3705D9CA2941}" srcOrd="3" destOrd="0" presId="urn:microsoft.com/office/officeart/2018/5/layout/IconCircleLabelList"/>
    <dgm:cxn modelId="{A65664F4-B697-4398-8837-4B6E1FF5C2C5}" type="presParOf" srcId="{BE639A06-5377-4856-976E-9F6D30B13704}" destId="{798BE208-2CE8-4E3C-8816-12FBBC695D97}" srcOrd="3" destOrd="0" presId="urn:microsoft.com/office/officeart/2018/5/layout/IconCircleLabelList"/>
    <dgm:cxn modelId="{2A4D97A8-44E3-41C7-9ED9-D845212CA129}" type="presParOf" srcId="{BE639A06-5377-4856-976E-9F6D30B13704}" destId="{06197203-8294-4EFE-AD85-175B7EE8AEAD}" srcOrd="4" destOrd="0" presId="urn:microsoft.com/office/officeart/2018/5/layout/IconCircleLabelList"/>
    <dgm:cxn modelId="{FD33392B-6AF1-4EC8-84E8-141527EF3A13}" type="presParOf" srcId="{06197203-8294-4EFE-AD85-175B7EE8AEAD}" destId="{FAAB587B-CC03-4370-A537-49F57F1D84C9}" srcOrd="0" destOrd="0" presId="urn:microsoft.com/office/officeart/2018/5/layout/IconCircleLabelList"/>
    <dgm:cxn modelId="{9E5D43E7-D34E-4395-A0C6-832040399607}" type="presParOf" srcId="{06197203-8294-4EFE-AD85-175B7EE8AEAD}" destId="{F51FA072-7767-4CC9-9225-E3E2D06ED040}" srcOrd="1" destOrd="0" presId="urn:microsoft.com/office/officeart/2018/5/layout/IconCircleLabelList"/>
    <dgm:cxn modelId="{5C1F192E-D7FC-4325-807B-5559C75472F1}" type="presParOf" srcId="{06197203-8294-4EFE-AD85-175B7EE8AEAD}" destId="{C470B75C-7DBE-4F87-B582-2461E01773DD}" srcOrd="2" destOrd="0" presId="urn:microsoft.com/office/officeart/2018/5/layout/IconCircleLabelList"/>
    <dgm:cxn modelId="{C92C26C7-5E3B-4618-9FB5-BB6C3EB10F9C}" type="presParOf" srcId="{06197203-8294-4EFE-AD85-175B7EE8AEAD}" destId="{47A84924-A2FC-4EDB-AC82-EC0CA212DBC0}" srcOrd="3" destOrd="0" presId="urn:microsoft.com/office/officeart/2018/5/layout/IconCircleLabelList"/>
    <dgm:cxn modelId="{2042A7A3-7748-4F6C-AD92-FEC8053684E0}" type="presParOf" srcId="{BE639A06-5377-4856-976E-9F6D30B13704}" destId="{C0BDE46D-3FC9-48F4-9AF4-3B88A433110F}" srcOrd="5" destOrd="0" presId="urn:microsoft.com/office/officeart/2018/5/layout/IconCircleLabelList"/>
    <dgm:cxn modelId="{FF83AA0C-FA0F-4F5B-BC21-92E200CD4384}" type="presParOf" srcId="{BE639A06-5377-4856-976E-9F6D30B13704}" destId="{8AED6E10-DF75-4EC1-A1C9-6E55E66E5B40}" srcOrd="6" destOrd="0" presId="urn:microsoft.com/office/officeart/2018/5/layout/IconCircleLabelList"/>
    <dgm:cxn modelId="{52486FF6-E2ED-41E5-AB16-A6E676A56979}" type="presParOf" srcId="{8AED6E10-DF75-4EC1-A1C9-6E55E66E5B40}" destId="{9EA83D73-22E5-4BB3-BBC2-1F1C521E7BC0}" srcOrd="0" destOrd="0" presId="urn:microsoft.com/office/officeart/2018/5/layout/IconCircleLabelList"/>
    <dgm:cxn modelId="{F737E349-AA36-4B7B-A348-BE6B658F8EA1}" type="presParOf" srcId="{8AED6E10-DF75-4EC1-A1C9-6E55E66E5B40}" destId="{E9D60287-A6DC-4081-A00B-442142454BF5}" srcOrd="1" destOrd="0" presId="urn:microsoft.com/office/officeart/2018/5/layout/IconCircleLabelList"/>
    <dgm:cxn modelId="{A043B1EA-A459-400E-A311-BD565F351085}" type="presParOf" srcId="{8AED6E10-DF75-4EC1-A1C9-6E55E66E5B40}" destId="{86B1D35E-D145-4AEF-B397-F4B92694A44B}" srcOrd="2" destOrd="0" presId="urn:microsoft.com/office/officeart/2018/5/layout/IconCircleLabelList"/>
    <dgm:cxn modelId="{C66989B6-E12C-4A07-BA56-83004B35BA91}" type="presParOf" srcId="{8AED6E10-DF75-4EC1-A1C9-6E55E66E5B40}" destId="{02C67F07-E399-41DF-8E51-0F3320B58075}" srcOrd="3" destOrd="0" presId="urn:microsoft.com/office/officeart/2018/5/layout/IconCircleLabelList"/>
    <dgm:cxn modelId="{9A328AD2-DD1D-414F-AF7A-F7C28A11A514}" type="presParOf" srcId="{BE639A06-5377-4856-976E-9F6D30B13704}" destId="{386F3A9D-6C5F-433C-B2BA-B68D340AAE77}" srcOrd="7" destOrd="0" presId="urn:microsoft.com/office/officeart/2018/5/layout/IconCircleLabelList"/>
    <dgm:cxn modelId="{B2220A2B-D0B0-47A5-8DEC-FECEC37D22A5}" type="presParOf" srcId="{BE639A06-5377-4856-976E-9F6D30B13704}" destId="{0B89A6C5-A3AE-4522-9B26-B5B651572AB8}" srcOrd="8" destOrd="0" presId="urn:microsoft.com/office/officeart/2018/5/layout/IconCircleLabelList"/>
    <dgm:cxn modelId="{023BA9BB-E116-4913-A754-7CD6314D4AF4}" type="presParOf" srcId="{0B89A6C5-A3AE-4522-9B26-B5B651572AB8}" destId="{DC028311-77FC-41DE-B0EA-C88EA08DB4A8}" srcOrd="0" destOrd="0" presId="urn:microsoft.com/office/officeart/2018/5/layout/IconCircleLabelList"/>
    <dgm:cxn modelId="{5F6D6A97-B8EE-4850-91AB-56CEB5DC2BD2}" type="presParOf" srcId="{0B89A6C5-A3AE-4522-9B26-B5B651572AB8}" destId="{BAE11592-61E5-4989-B1CD-12938A6A8243}" srcOrd="1" destOrd="0" presId="urn:microsoft.com/office/officeart/2018/5/layout/IconCircleLabelList"/>
    <dgm:cxn modelId="{76ECEA87-8240-448F-A337-CF2843234FEB}" type="presParOf" srcId="{0B89A6C5-A3AE-4522-9B26-B5B651572AB8}" destId="{2ACF2ABD-F4DB-4E87-8637-60ED6C674BED}" srcOrd="2" destOrd="0" presId="urn:microsoft.com/office/officeart/2018/5/layout/IconCircleLabelList"/>
    <dgm:cxn modelId="{F6040F7F-437D-4ED5-9F26-BB961A6B1E44}" type="presParOf" srcId="{0B89A6C5-A3AE-4522-9B26-B5B651572AB8}" destId="{E04F4038-EC37-45EE-9409-470E04BE8D61}" srcOrd="3" destOrd="0" presId="urn:microsoft.com/office/officeart/2018/5/layout/IconCircleLabelList"/>
    <dgm:cxn modelId="{E60037A1-E18C-45EA-A652-C65C7A753779}" type="presParOf" srcId="{BE639A06-5377-4856-976E-9F6D30B13704}" destId="{F2E4D5BC-1C91-4BE9-991C-C77B4A9289BF}" srcOrd="9" destOrd="0" presId="urn:microsoft.com/office/officeart/2018/5/layout/IconCircleLabelList"/>
    <dgm:cxn modelId="{6FC68DCF-A985-47AE-833E-A9F74EC49F23}" type="presParOf" srcId="{BE639A06-5377-4856-976E-9F6D30B13704}" destId="{AC1BA1E9-6369-4097-8659-7A52676CE4D4}" srcOrd="10" destOrd="0" presId="urn:microsoft.com/office/officeart/2018/5/layout/IconCircleLabelList"/>
    <dgm:cxn modelId="{4ECA2821-DD32-4CC9-9A25-54D7F5686B85}" type="presParOf" srcId="{AC1BA1E9-6369-4097-8659-7A52676CE4D4}" destId="{A6ED8528-9F73-4EE8-A3FC-DB5BCC29C6A5}" srcOrd="0" destOrd="0" presId="urn:microsoft.com/office/officeart/2018/5/layout/IconCircleLabelList"/>
    <dgm:cxn modelId="{A406F4A4-A4D8-44EB-95B9-1FB05BB62182}" type="presParOf" srcId="{AC1BA1E9-6369-4097-8659-7A52676CE4D4}" destId="{20F8C0C0-14C7-468A-803D-9BC9114190DA}" srcOrd="1" destOrd="0" presId="urn:microsoft.com/office/officeart/2018/5/layout/IconCircleLabelList"/>
    <dgm:cxn modelId="{29F88A07-1C79-4838-9C78-4F55F5C0E4E3}" type="presParOf" srcId="{AC1BA1E9-6369-4097-8659-7A52676CE4D4}" destId="{4F4E6669-8ABA-4400-99E1-F5D9F3A1E0F3}" srcOrd="2" destOrd="0" presId="urn:microsoft.com/office/officeart/2018/5/layout/IconCircleLabelList"/>
    <dgm:cxn modelId="{7E73ABFC-20FB-4413-AAC5-A84A53B24B6B}" type="presParOf" srcId="{AC1BA1E9-6369-4097-8659-7A52676CE4D4}" destId="{F07B7722-36A6-4261-864F-7161D98467C5}" srcOrd="3" destOrd="0" presId="urn:microsoft.com/office/officeart/2018/5/layout/IconCircleLabelList"/>
    <dgm:cxn modelId="{2DA5746B-A88C-4A6B-AE12-44EFC1F066AE}" type="presParOf" srcId="{BE639A06-5377-4856-976E-9F6D30B13704}" destId="{1B71459B-AE1E-4F33-89BA-58DFCCEC158F}" srcOrd="11" destOrd="0" presId="urn:microsoft.com/office/officeart/2018/5/layout/IconCircleLabelList"/>
    <dgm:cxn modelId="{127F5102-DE61-4BD4-9DB6-F5E8A138F9C5}" type="presParOf" srcId="{BE639A06-5377-4856-976E-9F6D30B13704}" destId="{48AD3D5B-FC81-4DC2-90DA-5053D4D07993}" srcOrd="12" destOrd="0" presId="urn:microsoft.com/office/officeart/2018/5/layout/IconCircleLabelList"/>
    <dgm:cxn modelId="{302BB05E-318D-4994-846B-EA471C4E705D}" type="presParOf" srcId="{48AD3D5B-FC81-4DC2-90DA-5053D4D07993}" destId="{E3EBDCBF-2CD7-4220-9026-17C8507AD0AA}" srcOrd="0" destOrd="0" presId="urn:microsoft.com/office/officeart/2018/5/layout/IconCircleLabelList"/>
    <dgm:cxn modelId="{5DD80F18-0204-49CD-B9D6-1A61EF28C923}" type="presParOf" srcId="{48AD3D5B-FC81-4DC2-90DA-5053D4D07993}" destId="{FD6F0F2C-527B-441D-8D22-7C68AAC55B61}" srcOrd="1" destOrd="0" presId="urn:microsoft.com/office/officeart/2018/5/layout/IconCircleLabelList"/>
    <dgm:cxn modelId="{0752FD9F-9A43-41B5-8C30-5C92801EB372}" type="presParOf" srcId="{48AD3D5B-FC81-4DC2-90DA-5053D4D07993}" destId="{4BA14F5E-85D4-4778-B66A-EF29155BC23C}" srcOrd="2" destOrd="0" presId="urn:microsoft.com/office/officeart/2018/5/layout/IconCircleLabelList"/>
    <dgm:cxn modelId="{BCED6BEC-F4B4-4C0A-B286-82198D4B9D77}" type="presParOf" srcId="{48AD3D5B-FC81-4DC2-90DA-5053D4D07993}" destId="{153BF88C-4C91-4651-9F46-F19109D7379A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2945B4-6EC1-334F-B389-8EAA0EF0703F}">
      <dsp:nvSpPr>
        <dsp:cNvPr id="0" name=""/>
        <dsp:cNvSpPr/>
      </dsp:nvSpPr>
      <dsp:spPr>
        <a:xfrm>
          <a:off x="237042" y="22575"/>
          <a:ext cx="6156960" cy="68370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Download Docker Desktop for Mac:</a:t>
          </a:r>
        </a:p>
      </dsp:txBody>
      <dsp:txXfrm>
        <a:off x="257067" y="42600"/>
        <a:ext cx="5361416" cy="643654"/>
      </dsp:txXfrm>
    </dsp:sp>
    <dsp:sp modelId="{9F88DA21-DAC0-514F-BF33-3D5882755B30}">
      <dsp:nvSpPr>
        <dsp:cNvPr id="0" name=""/>
        <dsp:cNvSpPr/>
      </dsp:nvSpPr>
      <dsp:spPr>
        <a:xfrm>
          <a:off x="589775" y="790573"/>
          <a:ext cx="6156960" cy="683704"/>
        </a:xfrm>
        <a:prstGeom prst="roundRect">
          <a:avLst>
            <a:gd name="adj" fmla="val 10000"/>
          </a:avLst>
        </a:prstGeom>
        <a:solidFill>
          <a:schemeClr val="accent2">
            <a:hueOff val="-3450630"/>
            <a:satOff val="15286"/>
            <a:lumOff val="-562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https://</a:t>
          </a:r>
          <a:r>
            <a:rPr lang="en-GB" sz="1800" kern="1200" dirty="0" err="1"/>
            <a:t>docs.docker.com</a:t>
          </a:r>
          <a:r>
            <a:rPr lang="en-GB" sz="1800" kern="1200" dirty="0"/>
            <a:t>/desktop/setup/install/mac-install/</a:t>
          </a:r>
          <a:endParaRPr lang="en-US" sz="1800" kern="1200" dirty="0"/>
        </a:p>
      </dsp:txBody>
      <dsp:txXfrm>
        <a:off x="609800" y="810598"/>
        <a:ext cx="5156856" cy="643654"/>
      </dsp:txXfrm>
    </dsp:sp>
    <dsp:sp modelId="{FD3DB533-951E-E347-9282-0D8AA0429178}">
      <dsp:nvSpPr>
        <dsp:cNvPr id="0" name=""/>
        <dsp:cNvSpPr/>
      </dsp:nvSpPr>
      <dsp:spPr>
        <a:xfrm>
          <a:off x="1223141" y="1582165"/>
          <a:ext cx="6156960" cy="683704"/>
        </a:xfrm>
        <a:prstGeom prst="roundRect">
          <a:avLst>
            <a:gd name="adj" fmla="val 10000"/>
          </a:avLst>
        </a:prstGeom>
        <a:solidFill>
          <a:schemeClr val="accent2">
            <a:hueOff val="-6901260"/>
            <a:satOff val="30573"/>
            <a:lumOff val="-1124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Install and start Docker Desktop</a:t>
          </a:r>
        </a:p>
      </dsp:txBody>
      <dsp:txXfrm>
        <a:off x="1243166" y="1602190"/>
        <a:ext cx="5164552" cy="643654"/>
      </dsp:txXfrm>
    </dsp:sp>
    <dsp:sp modelId="{7E3C6539-57FF-844C-B8F9-06122EACF268}">
      <dsp:nvSpPr>
        <dsp:cNvPr id="0" name=""/>
        <dsp:cNvSpPr/>
      </dsp:nvSpPr>
      <dsp:spPr>
        <a:xfrm>
          <a:off x="1539239" y="2424043"/>
          <a:ext cx="6156960" cy="683704"/>
        </a:xfrm>
        <a:prstGeom prst="roundRect">
          <a:avLst>
            <a:gd name="adj" fmla="val 10000"/>
          </a:avLst>
        </a:prstGeom>
        <a:solidFill>
          <a:schemeClr val="accent2">
            <a:hueOff val="-10351890"/>
            <a:satOff val="45859"/>
            <a:lumOff val="-1686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Verify Docker is running before proceeding</a:t>
          </a:r>
        </a:p>
      </dsp:txBody>
      <dsp:txXfrm>
        <a:off x="1559264" y="2444068"/>
        <a:ext cx="5156856" cy="643654"/>
      </dsp:txXfrm>
    </dsp:sp>
    <dsp:sp modelId="{14C71819-49AE-0F49-B931-90E72B773307}">
      <dsp:nvSpPr>
        <dsp:cNvPr id="0" name=""/>
        <dsp:cNvSpPr/>
      </dsp:nvSpPr>
      <dsp:spPr>
        <a:xfrm>
          <a:off x="5712552" y="523655"/>
          <a:ext cx="444407" cy="444407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5812544" y="523655"/>
        <a:ext cx="244423" cy="334416"/>
      </dsp:txXfrm>
    </dsp:sp>
    <dsp:sp modelId="{C03DADA2-DD5E-C345-96A7-242316CD03AD}">
      <dsp:nvSpPr>
        <dsp:cNvPr id="0" name=""/>
        <dsp:cNvSpPr/>
      </dsp:nvSpPr>
      <dsp:spPr>
        <a:xfrm>
          <a:off x="6228197" y="1331670"/>
          <a:ext cx="444407" cy="444407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5472996"/>
            <a:satOff val="15661"/>
            <a:lumOff val="-1042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5472996"/>
              <a:satOff val="15661"/>
              <a:lumOff val="-104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6328189" y="1331670"/>
        <a:ext cx="244423" cy="334416"/>
      </dsp:txXfrm>
    </dsp:sp>
    <dsp:sp modelId="{2CE14BDB-599D-1E41-8F03-3EF677730F51}">
      <dsp:nvSpPr>
        <dsp:cNvPr id="0" name=""/>
        <dsp:cNvSpPr/>
      </dsp:nvSpPr>
      <dsp:spPr>
        <a:xfrm>
          <a:off x="6736146" y="2139684"/>
          <a:ext cx="444407" cy="444407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10945993"/>
            <a:satOff val="31321"/>
            <a:lumOff val="-2084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10945993"/>
              <a:satOff val="31321"/>
              <a:lumOff val="-208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6836138" y="2139684"/>
        <a:ext cx="244423" cy="33441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7795D9-22BF-9344-97A3-CEF040A0EE41}">
      <dsp:nvSpPr>
        <dsp:cNvPr id="0" name=""/>
        <dsp:cNvSpPr/>
      </dsp:nvSpPr>
      <dsp:spPr>
        <a:xfrm>
          <a:off x="0" y="55936"/>
          <a:ext cx="7696200" cy="95062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Open Terminal and run:</a:t>
          </a:r>
        </a:p>
      </dsp:txBody>
      <dsp:txXfrm>
        <a:off x="46406" y="102342"/>
        <a:ext cx="7603388" cy="857813"/>
      </dsp:txXfrm>
    </dsp:sp>
    <dsp:sp modelId="{663C5C5F-2622-A042-A39E-31BA1BE9D19C}">
      <dsp:nvSpPr>
        <dsp:cNvPr id="0" name=""/>
        <dsp:cNvSpPr/>
      </dsp:nvSpPr>
      <dsp:spPr>
        <a:xfrm>
          <a:off x="0" y="1078561"/>
          <a:ext cx="7696200" cy="950625"/>
        </a:xfrm>
        <a:prstGeom prst="roundRect">
          <a:avLst/>
        </a:prstGeom>
        <a:solidFill>
          <a:schemeClr val="accent5">
            <a:hueOff val="-119936"/>
            <a:satOff val="-4449"/>
            <a:lumOff val="705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Cmd-1:</a:t>
          </a:r>
        </a:p>
      </dsp:txBody>
      <dsp:txXfrm>
        <a:off x="46406" y="1124967"/>
        <a:ext cx="7603388" cy="857813"/>
      </dsp:txXfrm>
    </dsp:sp>
    <dsp:sp modelId="{7F40F259-F4A3-1442-8AC9-96F1841DD89D}">
      <dsp:nvSpPr>
        <dsp:cNvPr id="0" name=""/>
        <dsp:cNvSpPr/>
      </dsp:nvSpPr>
      <dsp:spPr>
        <a:xfrm>
          <a:off x="0" y="2101186"/>
          <a:ext cx="7696200" cy="950625"/>
        </a:xfrm>
        <a:prstGeom prst="roundRect">
          <a:avLst/>
        </a:prstGeom>
        <a:solidFill>
          <a:schemeClr val="accent5">
            <a:hueOff val="-239873"/>
            <a:satOff val="-8897"/>
            <a:lumOff val="1411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 err="1"/>
            <a:t>sudo</a:t>
          </a:r>
          <a:r>
            <a:rPr lang="en-US" sz="2500" kern="1200" dirty="0"/>
            <a:t> docker pull </a:t>
          </a:r>
          <a:r>
            <a:rPr lang="en-US" sz="2500" kern="1200" dirty="0" err="1"/>
            <a:t>mcr.microsoft.com</a:t>
          </a:r>
          <a:r>
            <a:rPr lang="en-US" sz="2500" kern="1200" dirty="0"/>
            <a:t>/</a:t>
          </a:r>
          <a:r>
            <a:rPr lang="en-US" sz="2500" kern="1200" dirty="0" err="1"/>
            <a:t>mssql</a:t>
          </a:r>
          <a:r>
            <a:rPr lang="en-US" sz="2500" kern="1200" dirty="0"/>
            <a:t>/server:2022-latest</a:t>
          </a:r>
        </a:p>
      </dsp:txBody>
      <dsp:txXfrm>
        <a:off x="46406" y="2147592"/>
        <a:ext cx="7603388" cy="85781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2FA335-B83D-4734-8ECC-2D0878059B94}">
      <dsp:nvSpPr>
        <dsp:cNvPr id="0" name=""/>
        <dsp:cNvSpPr/>
      </dsp:nvSpPr>
      <dsp:spPr>
        <a:xfrm>
          <a:off x="518100" y="293874"/>
          <a:ext cx="1372500" cy="13725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AE1A4F-E419-4ECD-A824-79F0D4591D0C}">
      <dsp:nvSpPr>
        <dsp:cNvPr id="0" name=""/>
        <dsp:cNvSpPr/>
      </dsp:nvSpPr>
      <dsp:spPr>
        <a:xfrm>
          <a:off x="810600" y="586374"/>
          <a:ext cx="787500" cy="7875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2DC2E9-1358-43D2-ACB5-B67980566999}">
      <dsp:nvSpPr>
        <dsp:cNvPr id="0" name=""/>
        <dsp:cNvSpPr/>
      </dsp:nvSpPr>
      <dsp:spPr>
        <a:xfrm>
          <a:off x="79349" y="2093874"/>
          <a:ext cx="22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Download Azure Data Studio:</a:t>
          </a:r>
        </a:p>
      </dsp:txBody>
      <dsp:txXfrm>
        <a:off x="79349" y="2093874"/>
        <a:ext cx="2250000" cy="720000"/>
      </dsp:txXfrm>
    </dsp:sp>
    <dsp:sp modelId="{4114BAEF-B43D-4948-8E96-A8323BD23990}">
      <dsp:nvSpPr>
        <dsp:cNvPr id="0" name=""/>
        <dsp:cNvSpPr/>
      </dsp:nvSpPr>
      <dsp:spPr>
        <a:xfrm>
          <a:off x="3161850" y="293874"/>
          <a:ext cx="1372500" cy="13725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D1355B-F33A-4B3C-BCF3-B939CC630004}">
      <dsp:nvSpPr>
        <dsp:cNvPr id="0" name=""/>
        <dsp:cNvSpPr/>
      </dsp:nvSpPr>
      <dsp:spPr>
        <a:xfrm>
          <a:off x="3454350" y="586374"/>
          <a:ext cx="787500" cy="7875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08F41E-15A6-433C-9AAB-81D282577B24}">
      <dsp:nvSpPr>
        <dsp:cNvPr id="0" name=""/>
        <dsp:cNvSpPr/>
      </dsp:nvSpPr>
      <dsp:spPr>
        <a:xfrm>
          <a:off x="2723100" y="2093874"/>
          <a:ext cx="22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https://learn.microsoft.com/en-us/azure-data-studio/download</a:t>
          </a:r>
        </a:p>
      </dsp:txBody>
      <dsp:txXfrm>
        <a:off x="2723100" y="2093874"/>
        <a:ext cx="2250000" cy="720000"/>
      </dsp:txXfrm>
    </dsp:sp>
    <dsp:sp modelId="{6DB7A7AD-2AB9-4D9C-85BC-F20F8CAD5916}">
      <dsp:nvSpPr>
        <dsp:cNvPr id="0" name=""/>
        <dsp:cNvSpPr/>
      </dsp:nvSpPr>
      <dsp:spPr>
        <a:xfrm>
          <a:off x="5805599" y="293874"/>
          <a:ext cx="1372500" cy="13725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949D40-AA35-4265-A075-8819057CF015}">
      <dsp:nvSpPr>
        <dsp:cNvPr id="0" name=""/>
        <dsp:cNvSpPr/>
      </dsp:nvSpPr>
      <dsp:spPr>
        <a:xfrm>
          <a:off x="6098099" y="586374"/>
          <a:ext cx="787500" cy="7875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B486E5-97D8-4379-8DA0-C007E15EE0CE}">
      <dsp:nvSpPr>
        <dsp:cNvPr id="0" name=""/>
        <dsp:cNvSpPr/>
      </dsp:nvSpPr>
      <dsp:spPr>
        <a:xfrm>
          <a:off x="5366849" y="2093874"/>
          <a:ext cx="22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Install the application on your Mac</a:t>
          </a:r>
        </a:p>
      </dsp:txBody>
      <dsp:txXfrm>
        <a:off x="5366849" y="2093874"/>
        <a:ext cx="225000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E3D57A-56C8-4FD9-BB65-13764F6980D6}">
      <dsp:nvSpPr>
        <dsp:cNvPr id="0" name=""/>
        <dsp:cNvSpPr/>
      </dsp:nvSpPr>
      <dsp:spPr>
        <a:xfrm>
          <a:off x="735216" y="363"/>
          <a:ext cx="715201" cy="71520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AC1370-9F94-4BC0-B6DB-32A26BE933E2}">
      <dsp:nvSpPr>
        <dsp:cNvPr id="0" name=""/>
        <dsp:cNvSpPr/>
      </dsp:nvSpPr>
      <dsp:spPr>
        <a:xfrm>
          <a:off x="887636" y="152783"/>
          <a:ext cx="410361" cy="41036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B945EA-3C64-44D6-B27E-098374967015}">
      <dsp:nvSpPr>
        <dsp:cNvPr id="0" name=""/>
        <dsp:cNvSpPr/>
      </dsp:nvSpPr>
      <dsp:spPr>
        <a:xfrm>
          <a:off x="506586" y="938332"/>
          <a:ext cx="1172460" cy="4689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100" kern="1200"/>
            <a:t>• Open Azure Data Studio</a:t>
          </a:r>
          <a:endParaRPr lang="en-US" sz="1100" kern="1200"/>
        </a:p>
      </dsp:txBody>
      <dsp:txXfrm>
        <a:off x="506586" y="938332"/>
        <a:ext cx="1172460" cy="468984"/>
      </dsp:txXfrm>
    </dsp:sp>
    <dsp:sp modelId="{21DB2D62-DE76-4A2C-AB19-4AC4A0518FD0}">
      <dsp:nvSpPr>
        <dsp:cNvPr id="0" name=""/>
        <dsp:cNvSpPr/>
      </dsp:nvSpPr>
      <dsp:spPr>
        <a:xfrm>
          <a:off x="2112857" y="363"/>
          <a:ext cx="715201" cy="715201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F7D7F6-E6EE-44C8-B6B8-5E9083769A72}">
      <dsp:nvSpPr>
        <dsp:cNvPr id="0" name=""/>
        <dsp:cNvSpPr/>
      </dsp:nvSpPr>
      <dsp:spPr>
        <a:xfrm>
          <a:off x="2265277" y="152783"/>
          <a:ext cx="410361" cy="41036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3CF7F6-859A-42F7-BD6A-3705D9CA2941}">
      <dsp:nvSpPr>
        <dsp:cNvPr id="0" name=""/>
        <dsp:cNvSpPr/>
      </dsp:nvSpPr>
      <dsp:spPr>
        <a:xfrm>
          <a:off x="1884227" y="938332"/>
          <a:ext cx="1172460" cy="4689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100" kern="1200"/>
            <a:t>• New Connection</a:t>
          </a:r>
          <a:endParaRPr lang="en-US" sz="1100" kern="1200"/>
        </a:p>
      </dsp:txBody>
      <dsp:txXfrm>
        <a:off x="1884227" y="938332"/>
        <a:ext cx="1172460" cy="468984"/>
      </dsp:txXfrm>
    </dsp:sp>
    <dsp:sp modelId="{FAAB587B-CC03-4370-A537-49F57F1D84C9}">
      <dsp:nvSpPr>
        <dsp:cNvPr id="0" name=""/>
        <dsp:cNvSpPr/>
      </dsp:nvSpPr>
      <dsp:spPr>
        <a:xfrm>
          <a:off x="3490499" y="363"/>
          <a:ext cx="715201" cy="715201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1FA072-7767-4CC9-9225-E3E2D06ED040}">
      <dsp:nvSpPr>
        <dsp:cNvPr id="0" name=""/>
        <dsp:cNvSpPr/>
      </dsp:nvSpPr>
      <dsp:spPr>
        <a:xfrm>
          <a:off x="3642919" y="152783"/>
          <a:ext cx="410361" cy="41036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A84924-A2FC-4EDB-AC82-EC0CA212DBC0}">
      <dsp:nvSpPr>
        <dsp:cNvPr id="0" name=""/>
        <dsp:cNvSpPr/>
      </dsp:nvSpPr>
      <dsp:spPr>
        <a:xfrm>
          <a:off x="3261869" y="938332"/>
          <a:ext cx="1172460" cy="4689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100" kern="1200"/>
            <a:t>• Server: localhost</a:t>
          </a:r>
          <a:endParaRPr lang="en-US" sz="1100" kern="1200"/>
        </a:p>
      </dsp:txBody>
      <dsp:txXfrm>
        <a:off x="3261869" y="938332"/>
        <a:ext cx="1172460" cy="468984"/>
      </dsp:txXfrm>
    </dsp:sp>
    <dsp:sp modelId="{9EA83D73-22E5-4BB3-BBC2-1F1C521E7BC0}">
      <dsp:nvSpPr>
        <dsp:cNvPr id="0" name=""/>
        <dsp:cNvSpPr/>
      </dsp:nvSpPr>
      <dsp:spPr>
        <a:xfrm>
          <a:off x="4868141" y="363"/>
          <a:ext cx="715201" cy="715201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D60287-A6DC-4081-A00B-442142454BF5}">
      <dsp:nvSpPr>
        <dsp:cNvPr id="0" name=""/>
        <dsp:cNvSpPr/>
      </dsp:nvSpPr>
      <dsp:spPr>
        <a:xfrm>
          <a:off x="5020560" y="152783"/>
          <a:ext cx="410361" cy="41036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C67F07-E399-41DF-8E51-0F3320B58075}">
      <dsp:nvSpPr>
        <dsp:cNvPr id="0" name=""/>
        <dsp:cNvSpPr/>
      </dsp:nvSpPr>
      <dsp:spPr>
        <a:xfrm>
          <a:off x="4639511" y="938332"/>
          <a:ext cx="1172460" cy="4689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100" kern="1200"/>
            <a:t>• Authentication: SQL Login</a:t>
          </a:r>
          <a:endParaRPr lang="en-US" sz="1100" kern="1200"/>
        </a:p>
      </dsp:txBody>
      <dsp:txXfrm>
        <a:off x="4639511" y="938332"/>
        <a:ext cx="1172460" cy="468984"/>
      </dsp:txXfrm>
    </dsp:sp>
    <dsp:sp modelId="{DC028311-77FC-41DE-B0EA-C88EA08DB4A8}">
      <dsp:nvSpPr>
        <dsp:cNvPr id="0" name=""/>
        <dsp:cNvSpPr/>
      </dsp:nvSpPr>
      <dsp:spPr>
        <a:xfrm>
          <a:off x="6245782" y="363"/>
          <a:ext cx="715201" cy="715201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E11592-61E5-4989-B1CD-12938A6A8243}">
      <dsp:nvSpPr>
        <dsp:cNvPr id="0" name=""/>
        <dsp:cNvSpPr/>
      </dsp:nvSpPr>
      <dsp:spPr>
        <a:xfrm>
          <a:off x="6398202" y="152783"/>
          <a:ext cx="410361" cy="410361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4F4038-EC37-45EE-9409-470E04BE8D61}">
      <dsp:nvSpPr>
        <dsp:cNvPr id="0" name=""/>
        <dsp:cNvSpPr/>
      </dsp:nvSpPr>
      <dsp:spPr>
        <a:xfrm>
          <a:off x="6017152" y="938332"/>
          <a:ext cx="1172460" cy="4689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100" kern="1200"/>
            <a:t>• Username: sa</a:t>
          </a:r>
          <a:endParaRPr lang="en-US" sz="1100" kern="1200"/>
        </a:p>
      </dsp:txBody>
      <dsp:txXfrm>
        <a:off x="6017152" y="938332"/>
        <a:ext cx="1172460" cy="468984"/>
      </dsp:txXfrm>
    </dsp:sp>
    <dsp:sp modelId="{A6ED8528-9F73-4EE8-A3FC-DB5BCC29C6A5}">
      <dsp:nvSpPr>
        <dsp:cNvPr id="0" name=""/>
        <dsp:cNvSpPr/>
      </dsp:nvSpPr>
      <dsp:spPr>
        <a:xfrm>
          <a:off x="2801678" y="1700431"/>
          <a:ext cx="715201" cy="71520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F8C0C0-14C7-468A-803D-9BC9114190DA}">
      <dsp:nvSpPr>
        <dsp:cNvPr id="0" name=""/>
        <dsp:cNvSpPr/>
      </dsp:nvSpPr>
      <dsp:spPr>
        <a:xfrm>
          <a:off x="2954098" y="1852851"/>
          <a:ext cx="410361" cy="410361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7B7722-36A6-4261-864F-7161D98467C5}">
      <dsp:nvSpPr>
        <dsp:cNvPr id="0" name=""/>
        <dsp:cNvSpPr/>
      </dsp:nvSpPr>
      <dsp:spPr>
        <a:xfrm>
          <a:off x="2573048" y="2638400"/>
          <a:ext cx="1172460" cy="4689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100" kern="1200"/>
            <a:t>• Password: DB_Password</a:t>
          </a:r>
          <a:endParaRPr lang="en-US" sz="1100" kern="1200"/>
        </a:p>
      </dsp:txBody>
      <dsp:txXfrm>
        <a:off x="2573048" y="2638400"/>
        <a:ext cx="1172460" cy="468984"/>
      </dsp:txXfrm>
    </dsp:sp>
    <dsp:sp modelId="{E3EBDCBF-2CD7-4220-9026-17C8507AD0AA}">
      <dsp:nvSpPr>
        <dsp:cNvPr id="0" name=""/>
        <dsp:cNvSpPr/>
      </dsp:nvSpPr>
      <dsp:spPr>
        <a:xfrm>
          <a:off x="4179320" y="1700431"/>
          <a:ext cx="715201" cy="715201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6F0F2C-527B-441D-8D22-7C68AAC55B61}">
      <dsp:nvSpPr>
        <dsp:cNvPr id="0" name=""/>
        <dsp:cNvSpPr/>
      </dsp:nvSpPr>
      <dsp:spPr>
        <a:xfrm>
          <a:off x="4331740" y="1852851"/>
          <a:ext cx="410361" cy="410361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3BF88C-4C91-4651-9F46-F19109D7379A}">
      <dsp:nvSpPr>
        <dsp:cNvPr id="0" name=""/>
        <dsp:cNvSpPr/>
      </dsp:nvSpPr>
      <dsp:spPr>
        <a:xfrm>
          <a:off x="3950690" y="2638400"/>
          <a:ext cx="1172460" cy="4689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100" kern="1200"/>
            <a:t>• Port: 1433</a:t>
          </a:r>
          <a:endParaRPr lang="en-US" sz="1100" kern="1200"/>
        </a:p>
      </dsp:txBody>
      <dsp:txXfrm>
        <a:off x="3950690" y="2638400"/>
        <a:ext cx="1172460" cy="4689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102240" y="2386744"/>
            <a:ext cx="693952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5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1396" y="4352544"/>
            <a:ext cx="5101209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19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055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879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106424" y="2386744"/>
            <a:ext cx="6940296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5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1396" y="4352465"/>
            <a:ext cx="5101209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1900">
                <a:solidFill>
                  <a:schemeClr val="tx1"/>
                </a:solidFill>
              </a:defRPr>
            </a:lvl1pPr>
            <a:lvl2pPr marL="45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2051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2239" y="2638044"/>
            <a:ext cx="3288023" cy="310198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3737" y="2638044"/>
            <a:ext cx="3290516" cy="310198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347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2239" y="2313434"/>
            <a:ext cx="3288024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2239" y="3143250"/>
            <a:ext cx="3288024" cy="259677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737" y="3143250"/>
            <a:ext cx="3290516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753737" y="2313434"/>
            <a:ext cx="3290516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59083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0757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796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40703" y="2243829"/>
            <a:ext cx="3290594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1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2060" y="804672"/>
            <a:ext cx="361188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2965" y="3549918"/>
            <a:ext cx="284607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640703" y="6236208"/>
            <a:ext cx="3806398" cy="320040"/>
          </a:xfrm>
        </p:spPr>
        <p:txBody>
          <a:bodyPr>
            <a:normAutofit/>
          </a:bodyPr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191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1" y="0"/>
            <a:ext cx="4571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40080" y="2243828"/>
            <a:ext cx="3291840" cy="1143000"/>
          </a:xfrm>
          <a:solidFill>
            <a:srgbClr val="FFFFFF"/>
          </a:solidFill>
          <a:ln>
            <a:solidFill>
              <a:srgbClr val="262626"/>
            </a:solidFill>
          </a:ln>
        </p:spPr>
        <p:txBody>
          <a:bodyPr anchor="ctr" anchorCtr="1">
            <a:noAutofit/>
          </a:bodyPr>
          <a:lstStyle>
            <a:lvl1pPr>
              <a:defRPr sz="21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72000" y="-42172"/>
            <a:ext cx="4576573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2965" y="3549919"/>
            <a:ext cx="284607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40080" y="6236208"/>
            <a:ext cx="3803904" cy="320040"/>
          </a:xfrm>
        </p:spPr>
        <p:txBody>
          <a:bodyPr>
            <a:normAutofit/>
          </a:bodyPr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1207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4989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9834" y="937260"/>
            <a:ext cx="1053966" cy="498348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06046" y="937260"/>
            <a:ext cx="4716174" cy="498348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963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1606045" y="964692"/>
            <a:ext cx="5937755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6045" y="2638045"/>
            <a:ext cx="5937755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78943" y="6238816"/>
            <a:ext cx="2065310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02239" y="6236208"/>
            <a:ext cx="4556664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4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0450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6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44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28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/>
              <a:t>Install SQL Server on macOS using Docker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/>
              <a:t>Step-by-step guide using Docker &amp; Azure Data Studio &amp; Vs Code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5654" y="1586484"/>
            <a:ext cx="2763774" cy="3685032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>
            <a:normAutofit/>
          </a:bodyPr>
          <a:lstStyle/>
          <a:p>
            <a:r>
              <a:rPr lang="en-IN" sz="2200">
                <a:solidFill>
                  <a:srgbClr val="FFFFFF"/>
                </a:solidFill>
              </a:rPr>
              <a:t>Process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93771" y="1402080"/>
            <a:ext cx="3990522" cy="4053840"/>
          </a:xfrm>
        </p:spPr>
        <p:txBody>
          <a:bodyPr anchor="ctr">
            <a:normAutofit/>
          </a:bodyPr>
          <a:lstStyle/>
          <a:p>
            <a:r>
              <a:t>This is a 4-step process:</a:t>
            </a:r>
          </a:p>
          <a:p>
            <a:r>
              <a:t>1. Install Docker</a:t>
            </a:r>
          </a:p>
          <a:p>
            <a:r>
              <a:t>2. Install SQL Server using Docker</a:t>
            </a:r>
          </a:p>
          <a:p>
            <a:r>
              <a:t>3. Install Azure Data Studio</a:t>
            </a:r>
          </a:p>
          <a:p>
            <a:r>
              <a:t>4. Connect Azure Data Studio to SQL Server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3352" y="964692"/>
            <a:ext cx="5797296" cy="1188720"/>
          </a:xfrm>
        </p:spPr>
        <p:txBody>
          <a:bodyPr>
            <a:normAutofit/>
          </a:bodyPr>
          <a:lstStyle/>
          <a:p>
            <a:r>
              <a:rPr lang="en-IN"/>
              <a:t>Step 1: Install Docker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F0D1644-053E-D2C2-B2DA-268D18CCE0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9613987"/>
              </p:ext>
            </p:extLst>
          </p:nvPr>
        </p:nvGraphicFramePr>
        <p:xfrm>
          <a:off x="723900" y="2638425"/>
          <a:ext cx="7696200" cy="31077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3352" y="964692"/>
            <a:ext cx="5797296" cy="1188720"/>
          </a:xfrm>
        </p:spPr>
        <p:txBody>
          <a:bodyPr>
            <a:normAutofit/>
          </a:bodyPr>
          <a:lstStyle/>
          <a:p>
            <a:r>
              <a:rPr lang="en-IN"/>
              <a:t>Step 2: Install SQL Server (Docker Image)</a:t>
            </a:r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E0B99C63-1169-B704-DC73-6D617015D1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99324566"/>
              </p:ext>
            </p:extLst>
          </p:nvPr>
        </p:nvGraphicFramePr>
        <p:xfrm>
          <a:off x="723900" y="2638425"/>
          <a:ext cx="7696200" cy="31077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84122" y="978776"/>
            <a:ext cx="4443982" cy="1174991"/>
          </a:xfrm>
        </p:spPr>
        <p:txBody>
          <a:bodyPr>
            <a:normAutofit/>
          </a:bodyPr>
          <a:lstStyle/>
          <a:p>
            <a:r>
              <a:rPr lang="en-IN" sz="2100"/>
              <a:t>Run SQL Server Container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4122" y="2640692"/>
            <a:ext cx="4443982" cy="3255252"/>
          </a:xfrm>
        </p:spPr>
        <p:txBody>
          <a:bodyPr>
            <a:normAutofit/>
          </a:bodyPr>
          <a:lstStyle/>
          <a:p>
            <a:r>
              <a:rPr dirty="0"/>
              <a:t>Cmd-2:</a:t>
            </a:r>
          </a:p>
          <a:p>
            <a:pPr marL="0" indent="0">
              <a:buNone/>
            </a:pPr>
            <a:r>
              <a:rPr lang="en-IN" dirty="0"/>
              <a:t>docker run -d --name </a:t>
            </a:r>
            <a:r>
              <a:rPr lang="en-IN" dirty="0" err="1"/>
              <a:t>SQL_Server_Docker</a:t>
            </a:r>
            <a:r>
              <a:rPr lang="en-IN" dirty="0"/>
              <a:t> -e 'ACCEPT_EULA=Y' -e 'SA_PASSWORD=</a:t>
            </a:r>
            <a:r>
              <a:rPr lang="en-IN" dirty="0" err="1"/>
              <a:t>DB_Password</a:t>
            </a:r>
            <a:r>
              <a:rPr lang="en-IN" dirty="0"/>
              <a:t>' -p 1433:1433 </a:t>
            </a:r>
            <a:r>
              <a:rPr lang="en-IN" dirty="0" err="1"/>
              <a:t>mcr.microsoft.com</a:t>
            </a:r>
            <a:r>
              <a:rPr lang="en-IN" dirty="0"/>
              <a:t>/</a:t>
            </a:r>
            <a:r>
              <a:rPr lang="en-IN" dirty="0" err="1"/>
              <a:t>mssql</a:t>
            </a:r>
            <a:r>
              <a:rPr lang="en-IN" dirty="0"/>
              <a:t>/server:2022-latest </a:t>
            </a:r>
          </a:p>
          <a:p>
            <a:pPr marL="0" indent="0">
              <a:buNone/>
            </a:pPr>
            <a:endParaRPr dirty="0"/>
          </a:p>
          <a:p>
            <a:r>
              <a:rPr dirty="0"/>
              <a:t>Note: Replace </a:t>
            </a:r>
            <a:r>
              <a:rPr dirty="0" err="1"/>
              <a:t>DB_Password</a:t>
            </a:r>
            <a:r>
              <a:rPr dirty="0"/>
              <a:t> with a strong password</a:t>
            </a:r>
          </a:p>
        </p:txBody>
      </p:sp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C56EA6EF-D3D3-2634-E2DD-FB5E33AB9D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115" r="52887" b="-1"/>
          <a:stretch>
            <a:fillRect/>
          </a:stretch>
        </p:blipFill>
        <p:spPr>
          <a:xfrm>
            <a:off x="20" y="10"/>
            <a:ext cx="3492988" cy="685799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C308BC2-18C4-B534-FB4E-518E84A00C0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806" r="40825"/>
          <a:stretch>
            <a:fillRect/>
          </a:stretch>
        </p:blipFill>
        <p:spPr>
          <a:xfrm>
            <a:off x="20" y="10"/>
            <a:ext cx="5653258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2844368"/>
            <a:ext cx="4446270" cy="1188720"/>
          </a:xfrm>
          <a:solidFill>
            <a:schemeClr val="bg1">
              <a:alpha val="8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>
            <a:normAutofit/>
          </a:bodyPr>
          <a:lstStyle/>
          <a:p>
            <a:r>
              <a:rPr lang="en-IN">
                <a:solidFill>
                  <a:schemeClr val="tx1">
                    <a:lumMod val="85000"/>
                    <a:lumOff val="15000"/>
                  </a:schemeClr>
                </a:solidFill>
              </a:rPr>
              <a:t>Verify SQL Server is Running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81704" y="973600"/>
            <a:ext cx="2530602" cy="4924280"/>
          </a:xfrm>
        </p:spPr>
        <p:txBody>
          <a:bodyPr anchor="ctr"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Cmd-3:</a:t>
            </a:r>
          </a:p>
          <a:p>
            <a:r>
              <a:rPr lang="en-IN">
                <a:solidFill>
                  <a:srgbClr val="FFFFFF"/>
                </a:solidFill>
              </a:rPr>
              <a:t>docker ps -a</a:t>
            </a:r>
          </a:p>
          <a:p>
            <a:endParaRPr lang="en-IN">
              <a:solidFill>
                <a:srgbClr val="FFFFFF"/>
              </a:solidFill>
            </a:endParaRPr>
          </a:p>
          <a:p>
            <a:r>
              <a:rPr lang="en-IN">
                <a:solidFill>
                  <a:srgbClr val="FFFFFF"/>
                </a:solidFill>
              </a:rPr>
              <a:t>Ensure SQL_Server_Docker status is 'Up'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84122" y="978776"/>
            <a:ext cx="4443982" cy="1174991"/>
          </a:xfrm>
        </p:spPr>
        <p:txBody>
          <a:bodyPr>
            <a:normAutofit/>
          </a:bodyPr>
          <a:lstStyle/>
          <a:p>
            <a:r>
              <a:rPr lang="en-IN" sz="2100"/>
              <a:t>Optional: Connect via SQL CLI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4122" y="2640692"/>
            <a:ext cx="4443982" cy="3255252"/>
          </a:xfrm>
        </p:spPr>
        <p:txBody>
          <a:bodyPr>
            <a:normAutofit/>
          </a:bodyPr>
          <a:lstStyle/>
          <a:p>
            <a:r>
              <a:rPr lang="en-IN"/>
              <a:t>Cmd-4:</a:t>
            </a:r>
          </a:p>
          <a:p>
            <a:r>
              <a:rPr lang="en-IN"/>
              <a:t>sudo npm install -g sql-cli</a:t>
            </a:r>
          </a:p>
          <a:p>
            <a:endParaRPr lang="en-IN"/>
          </a:p>
          <a:p>
            <a:r>
              <a:rPr lang="en-IN"/>
              <a:t>Cmd-5:</a:t>
            </a:r>
          </a:p>
          <a:p>
            <a:r>
              <a:rPr lang="en-IN"/>
              <a:t>mssql -u sa -p DB_Password</a:t>
            </a:r>
          </a:p>
        </p:txBody>
      </p:sp>
      <p:pic>
        <p:nvPicPr>
          <p:cNvPr id="11" name="Picture 10" descr="Computer script on a screen">
            <a:extLst>
              <a:ext uri="{FF2B5EF4-FFF2-40B4-BE49-F238E27FC236}">
                <a16:creationId xmlns:a16="http://schemas.microsoft.com/office/drawing/2014/main" id="{0D321238-DE7B-CA6F-B248-F57D0F916A1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115" r="52887" b="-1"/>
          <a:stretch>
            <a:fillRect/>
          </a:stretch>
        </p:blipFill>
        <p:spPr>
          <a:xfrm>
            <a:off x="20" y="10"/>
            <a:ext cx="3492988" cy="685799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3352" y="964692"/>
            <a:ext cx="5797296" cy="1188720"/>
          </a:xfrm>
        </p:spPr>
        <p:txBody>
          <a:bodyPr>
            <a:normAutofit/>
          </a:bodyPr>
          <a:lstStyle/>
          <a:p>
            <a:r>
              <a:t>Step 3: Install Azure Data Studio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2C11993-4C65-9572-B19D-6C101FA84A8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67296980"/>
              </p:ext>
            </p:extLst>
          </p:nvPr>
        </p:nvGraphicFramePr>
        <p:xfrm>
          <a:off x="723900" y="2638425"/>
          <a:ext cx="7696200" cy="31077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3352" y="964692"/>
            <a:ext cx="5797296" cy="1188720"/>
          </a:xfrm>
        </p:spPr>
        <p:txBody>
          <a:bodyPr>
            <a:normAutofit/>
          </a:bodyPr>
          <a:lstStyle/>
          <a:p>
            <a:r>
              <a:rPr lang="en-IN"/>
              <a:t>Step 4: Connect Azure Data Studio to SQL Server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EA75F2F-75BC-6C86-F850-708FE2F198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77317584"/>
              </p:ext>
            </p:extLst>
          </p:nvPr>
        </p:nvGraphicFramePr>
        <p:xfrm>
          <a:off x="723900" y="2638425"/>
          <a:ext cx="7696200" cy="31077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AEFFFF2-9EB4-4B6C-B9F8-2BA3EF89A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30262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D65299F-028F-4AFC-B46A-8DB33E20F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02629" y="0"/>
            <a:ext cx="68413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AC87F6E-526A-49B5-995D-42DB65659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067" y="1443035"/>
            <a:ext cx="2978949" cy="3971930"/>
          </a:xfrm>
          <a:prstGeom prst="ellipse">
            <a:avLst/>
          </a:prstGeom>
          <a:solidFill>
            <a:srgbClr val="FFFFFF"/>
          </a:solidFill>
          <a:ln w="317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5654" y="1586484"/>
            <a:ext cx="2763774" cy="3685032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>
            <a:normAutofit/>
          </a:bodyPr>
          <a:lstStyle/>
          <a:p>
            <a:r>
              <a:rPr lang="en-IN" sz="2200">
                <a:solidFill>
                  <a:srgbClr val="FFFFFF"/>
                </a:solidFill>
              </a:rPr>
              <a:t>Setup Complete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93771" y="1402080"/>
            <a:ext cx="3990522" cy="4053840"/>
          </a:xfrm>
        </p:spPr>
        <p:txBody>
          <a:bodyPr anchor="ctr">
            <a:normAutofit/>
          </a:bodyPr>
          <a:lstStyle/>
          <a:p>
            <a:r>
              <a:t>SQL Server is now running on macOS using Docker.</a:t>
            </a:r>
          </a:p>
          <a:p>
            <a:endParaRPr/>
          </a:p>
          <a:p>
            <a:r>
              <a:t>You can create databases, run queries, and manage data using Azure Data Studio.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29</TotalTime>
  <Words>328</Words>
  <Application>Microsoft Macintosh PowerPoint</Application>
  <PresentationFormat>On-screen Show (4:3)</PresentationFormat>
  <Paragraphs>49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Gill Sans MT</vt:lpstr>
      <vt:lpstr>Parcel</vt:lpstr>
      <vt:lpstr>Install SQL Server on macOS using Docker</vt:lpstr>
      <vt:lpstr>Process Overview</vt:lpstr>
      <vt:lpstr>Step 1: Install Docker</vt:lpstr>
      <vt:lpstr>Step 2: Install SQL Server (Docker Image)</vt:lpstr>
      <vt:lpstr>Run SQL Server Container</vt:lpstr>
      <vt:lpstr>Verify SQL Server is Running</vt:lpstr>
      <vt:lpstr>Optional: Connect via SQL CLI</vt:lpstr>
      <vt:lpstr>Step 3: Install Azure Data Studio</vt:lpstr>
      <vt:lpstr>Step 4: Connect Azure Data Studio to SQL Server</vt:lpstr>
      <vt:lpstr>Setup Complete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Office</cp:lastModifiedBy>
  <cp:revision>10</cp:revision>
  <dcterms:created xsi:type="dcterms:W3CDTF">2013-01-27T09:14:16Z</dcterms:created>
  <dcterms:modified xsi:type="dcterms:W3CDTF">2025-12-29T10:51:47Z</dcterms:modified>
  <cp:category/>
</cp:coreProperties>
</file>